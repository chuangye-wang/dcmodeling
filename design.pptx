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5" r:id="rId2"/>
    <p:sldId id="333" r:id="rId3"/>
    <p:sldId id="33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>
        <p:scale>
          <a:sx n="78" d="100"/>
          <a:sy n="78" d="100"/>
        </p:scale>
        <p:origin x="252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0ADC2-5506-5ACC-BD12-20B9A02042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33405C-F296-AF40-2A2F-2412672B7C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BC216-D900-7470-1E78-78D0B5510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7F1DE-8B9C-5C30-43AA-3364F0CA3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8AA4C-621A-60B8-7811-EB681A508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254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B6A48-DA61-27B6-E0F1-2D168C242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CF05E-D6C4-FC96-31CE-4FBEB8E72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C6A14-7F7A-24EE-2C52-3040FD01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9FF6D9-4402-7602-2377-C42808FC5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4D946-58E2-9759-22DE-8EC7CF01C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0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173B-D9E4-7F3F-05E6-186CD16C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50BC42-D4EA-47DD-C9C2-D1B9B6406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FA46A-B8E0-6C61-6751-2CFD7295F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C1288-EFCD-0D42-197F-4B02F2774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020F1-7FE6-84A9-0DAD-13067253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6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83B35-C898-F60F-4080-152D4117D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5EBE8-93B1-A347-BB81-3C4233E33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74E5B6-C40C-D7F4-B363-956AB2004F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670454-AAFC-1888-5E89-57E35FDB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2338DC-74AE-55F2-D4E6-C2CFF1669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F9D7C-239A-53A7-25A1-5E9E4522B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9852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8FCA8-58F8-788E-0466-74D52F2D7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F635B-090C-DA19-8B90-5D0F8B56EB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AF6ED1-AFAB-1FAD-7C7A-CBF037F76F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09912-9A71-E207-2E86-E9DD480177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981076-05E2-0D11-C3DF-842A1047D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55F364-FA9B-02F6-271E-6DB40EA6E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8378C-5B13-0897-B01E-66B11B69F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D9F27-09C1-62E9-3612-585115A1B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30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50F76-3924-97C8-594D-AE886904D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B6F65E-2AFF-3121-159E-0F63A5968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C6DB2E-0F45-262A-20CF-2C706C32E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718716-F7BF-2A01-EC77-D3433547E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084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74F0D-728C-B398-7948-C2D213A47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184A6C-19EC-E48B-F3DE-0AD447FDE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3CD6E-2DA5-69CA-828B-AB41E5DDD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351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00EC9-BA7C-E042-9A96-F7B5ACAA9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2BD3B-F2DB-B5ED-D814-B8123F84E4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722CF8-844C-49A1-FBE2-AC5DB1108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73930-7835-C3CE-8D3F-75F3ACFCB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FBA7C-4EEB-6AAD-93BE-2E26861F9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EBD21-AD30-61FA-B18E-C87635886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744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63208-CFEA-FEB8-96C5-A77CB4591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088474-D035-9AFB-8BBC-51D57C1F3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282D53-2C5B-5002-4F89-933401950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3B52C-70EC-7542-6D3A-6C3C09F84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6F7C6-1B33-1668-3883-2BAED9B4C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98B5C-AD5C-B412-5C68-F06BE3A18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29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8F51C-2B6C-86E9-848A-AF7F8101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61CF0-7CC4-EA10-6133-3EA24E62EC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B5ECB5-537A-3EAE-EC0E-B2C6A25B2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407BD-CC79-8BB5-911C-15A326DA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F9B207-E960-0950-B8BC-894BA2278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577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6F3819-B68E-00EC-4051-0C0EB8FB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C9A06B-88AD-476F-C715-39360F81E0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AA2AF-330A-ED2F-E6EE-1D9A91F3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2E063D-20F9-DCC7-0871-921C8FB3E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AA04DA-D532-15A9-6FBA-E810F496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594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582F64-DDD0-CC04-09F5-E66BA3045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EE060E-EB5E-A6A8-19C2-4D29552C6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CDB2F9-B4B6-4812-569E-FE2411E92B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C5DF7-ECFD-4A94-9147-F3E6D3B8603D}" type="datetimeFigureOut">
              <a:rPr lang="en-US" smtClean="0"/>
              <a:t>7/5/2023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39EDB5-B008-A202-8A7D-165A97FB98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8B70B-98E9-6A94-DCFE-6582B6D3E8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278088-01CB-4CCB-A430-C517AFFB00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75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D14A3C1-07CC-7901-3663-83497516398F}"/>
              </a:ext>
            </a:extLst>
          </p:cNvPr>
          <p:cNvSpPr txBox="1"/>
          <p:nvPr/>
        </p:nvSpPr>
        <p:spPr>
          <a:xfrm>
            <a:off x="238462" y="203002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35CE4-AC69-0F87-559C-40B41FB59E1E}"/>
              </a:ext>
            </a:extLst>
          </p:cNvPr>
          <p:cNvSpPr txBox="1"/>
          <p:nvPr/>
        </p:nvSpPr>
        <p:spPr>
          <a:xfrm>
            <a:off x="238462" y="591713"/>
            <a:ext cx="219021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/>
              <a:t>name: string</a:t>
            </a:r>
          </a:p>
          <a:p>
            <a:pPr marL="285750" indent="-285750">
              <a:buFontTx/>
              <a:buChar char="-"/>
            </a:pPr>
            <a:r>
              <a:rPr lang="en-US" altLang="zh-CN" sz="1600" dirty="0" err="1"/>
              <a:t>employee_id</a:t>
            </a:r>
            <a:r>
              <a:rPr lang="en-US" sz="1600" dirty="0"/>
              <a:t>: int</a:t>
            </a:r>
          </a:p>
          <a:p>
            <a:pPr marL="285750" indent="-285750">
              <a:buFontTx/>
              <a:buChar char="-"/>
            </a:pPr>
            <a:r>
              <a:rPr lang="en-US" sz="1600" dirty="0"/>
              <a:t>title: string</a:t>
            </a:r>
          </a:p>
          <a:p>
            <a:pPr marL="285750" indent="-285750">
              <a:buFontTx/>
              <a:buChar char="-"/>
            </a:pPr>
            <a:r>
              <a:rPr lang="en-US" sz="1600" dirty="0" err="1"/>
              <a:t>handling_level</a:t>
            </a:r>
            <a:r>
              <a:rPr lang="en-US" sz="1600" dirty="0"/>
              <a:t>: int</a:t>
            </a:r>
          </a:p>
          <a:p>
            <a:pPr marL="285750" indent="-285750">
              <a:buFontTx/>
              <a:buChar char="-"/>
            </a:pPr>
            <a:r>
              <a:rPr lang="en-US" sz="1600" dirty="0" err="1"/>
              <a:t>free_status</a:t>
            </a:r>
            <a:r>
              <a:rPr lang="en-US" sz="1600" dirty="0"/>
              <a:t>: </a:t>
            </a:r>
            <a:r>
              <a:rPr lang="en-US" sz="1600" dirty="0" err="1"/>
              <a:t>boolean</a:t>
            </a:r>
            <a:endParaRPr lang="en-US" sz="1600" dirty="0"/>
          </a:p>
          <a:p>
            <a:pPr marL="285750" indent="-285750">
              <a:buFontTx/>
              <a:buChar char="-"/>
            </a:pPr>
            <a:r>
              <a:rPr lang="en-US" sz="1600" dirty="0"/>
              <a:t>call: Call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1B3CF7-4A04-6C99-66AD-CF4F7995E337}"/>
              </a:ext>
            </a:extLst>
          </p:cNvPr>
          <p:cNvGrpSpPr/>
          <p:nvPr/>
        </p:nvGrpSpPr>
        <p:grpSpPr>
          <a:xfrm>
            <a:off x="114675" y="203002"/>
            <a:ext cx="3008226" cy="2966993"/>
            <a:chOff x="483164" y="953629"/>
            <a:chExt cx="3008226" cy="296699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5FF2032-1E08-AD73-81FD-74BCF82FAD7D}"/>
                </a:ext>
              </a:extLst>
            </p:cNvPr>
            <p:cNvSpPr/>
            <p:nvPr/>
          </p:nvSpPr>
          <p:spPr>
            <a:xfrm>
              <a:off x="483166" y="953629"/>
              <a:ext cx="3008224" cy="29669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58B748BD-1246-BA82-00DB-1EAF11CE58F9}"/>
                </a:ext>
              </a:extLst>
            </p:cNvPr>
            <p:cNvCxnSpPr>
              <a:cxnSpLocks/>
            </p:cNvCxnSpPr>
            <p:nvPr/>
          </p:nvCxnSpPr>
          <p:spPr>
            <a:xfrm>
              <a:off x="483165" y="1292183"/>
              <a:ext cx="30082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CB1B1B2-8F10-4CDF-B9DB-C6C5197FAAA9}"/>
                </a:ext>
              </a:extLst>
            </p:cNvPr>
            <p:cNvCxnSpPr>
              <a:cxnSpLocks/>
            </p:cNvCxnSpPr>
            <p:nvPr/>
          </p:nvCxnSpPr>
          <p:spPr>
            <a:xfrm>
              <a:off x="483164" y="2965718"/>
              <a:ext cx="30082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69EDC64-E759-43B0-C324-A1659C0660DA}"/>
              </a:ext>
            </a:extLst>
          </p:cNvPr>
          <p:cNvSpPr txBox="1"/>
          <p:nvPr/>
        </p:nvSpPr>
        <p:spPr>
          <a:xfrm>
            <a:off x="208472" y="2247404"/>
            <a:ext cx="23917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+    </a:t>
            </a:r>
            <a:r>
              <a:rPr lang="en-US" sz="1600" dirty="0" err="1"/>
              <a:t>check_types</a:t>
            </a:r>
            <a:r>
              <a:rPr lang="en-US" sz="1600" dirty="0"/>
              <a:t>(): None</a:t>
            </a:r>
          </a:p>
          <a:p>
            <a:r>
              <a:rPr lang="en-US" sz="1600" dirty="0"/>
              <a:t>+    </a:t>
            </a:r>
            <a:r>
              <a:rPr lang="en-US" sz="1600" dirty="0" err="1"/>
              <a:t>process_call</a:t>
            </a:r>
            <a:r>
              <a:rPr lang="en-US" sz="1600" dirty="0"/>
              <a:t>(): </a:t>
            </a:r>
            <a:r>
              <a:rPr lang="en-US" sz="1600" dirty="0" err="1"/>
              <a:t>boolean</a:t>
            </a:r>
            <a:endParaRPr lang="en-US" sz="1600" dirty="0"/>
          </a:p>
          <a:p>
            <a:r>
              <a:rPr lang="en-US" sz="1600" dirty="0"/>
              <a:t>+    </a:t>
            </a:r>
            <a:r>
              <a:rPr lang="en-US" sz="1600" dirty="0" err="1"/>
              <a:t>finish_call</a:t>
            </a:r>
            <a:r>
              <a:rPr lang="en-US" sz="1600" dirty="0"/>
              <a:t>(): None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B3D25A-5F20-3F6C-FA56-837200EAB5A7}"/>
              </a:ext>
            </a:extLst>
          </p:cNvPr>
          <p:cNvSpPr txBox="1"/>
          <p:nvPr/>
        </p:nvSpPr>
        <p:spPr>
          <a:xfrm>
            <a:off x="4060691" y="953629"/>
            <a:ext cx="17636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EndMemberModel</a:t>
            </a:r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9EF4A9-E5F4-7B19-78E1-8168CC1B1E77}"/>
              </a:ext>
            </a:extLst>
          </p:cNvPr>
          <p:cNvSpPr txBox="1"/>
          <p:nvPr/>
        </p:nvSpPr>
        <p:spPr>
          <a:xfrm>
            <a:off x="4060691" y="1342340"/>
            <a:ext cx="171482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600" dirty="0" err="1"/>
              <a:t>diffusion_coef</a:t>
            </a:r>
            <a:r>
              <a:rPr lang="en-US" sz="1600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sz="1600" dirty="0" err="1"/>
              <a:t>temp_celsius</a:t>
            </a:r>
            <a:r>
              <a:rPr lang="en-US" sz="1600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sz="1600" dirty="0" err="1"/>
              <a:t>pre_factor</a:t>
            </a:r>
            <a:r>
              <a:rPr lang="en-US" sz="1600" dirty="0"/>
              <a:t>:</a:t>
            </a:r>
          </a:p>
          <a:p>
            <a:pPr marL="285750" indent="-285750">
              <a:buFontTx/>
              <a:buChar char="-"/>
            </a:pPr>
            <a:r>
              <a:rPr lang="en-US" sz="1600" dirty="0" err="1"/>
              <a:t>activ_energy</a:t>
            </a:r>
            <a:r>
              <a:rPr lang="en-US" sz="1600" dirty="0"/>
              <a:t>: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76E0186-1077-C04C-EEB1-4DBAC14A3373}"/>
              </a:ext>
            </a:extLst>
          </p:cNvPr>
          <p:cNvGrpSpPr/>
          <p:nvPr/>
        </p:nvGrpSpPr>
        <p:grpSpPr>
          <a:xfrm>
            <a:off x="3936904" y="953629"/>
            <a:ext cx="3008226" cy="2966993"/>
            <a:chOff x="483164" y="953629"/>
            <a:chExt cx="3008226" cy="296699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F8DE215-F5A0-1013-B641-6BF90706F58D}"/>
                </a:ext>
              </a:extLst>
            </p:cNvPr>
            <p:cNvSpPr/>
            <p:nvPr/>
          </p:nvSpPr>
          <p:spPr>
            <a:xfrm>
              <a:off x="483166" y="953629"/>
              <a:ext cx="3008224" cy="29669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26A0296-5346-CEF1-A823-9F4980D18384}"/>
                </a:ext>
              </a:extLst>
            </p:cNvPr>
            <p:cNvCxnSpPr>
              <a:cxnSpLocks/>
            </p:cNvCxnSpPr>
            <p:nvPr/>
          </p:nvCxnSpPr>
          <p:spPr>
            <a:xfrm>
              <a:off x="483165" y="1292183"/>
              <a:ext cx="30082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5ECCF40-6BF8-5B9C-A0D7-37F922A2C6D6}"/>
                </a:ext>
              </a:extLst>
            </p:cNvPr>
            <p:cNvCxnSpPr>
              <a:cxnSpLocks/>
            </p:cNvCxnSpPr>
            <p:nvPr/>
          </p:nvCxnSpPr>
          <p:spPr>
            <a:xfrm>
              <a:off x="483164" y="2965718"/>
              <a:ext cx="30082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821D6DE-89C9-5A61-A80D-F084A333F227}"/>
              </a:ext>
            </a:extLst>
          </p:cNvPr>
          <p:cNvSpPr txBox="1"/>
          <p:nvPr/>
        </p:nvSpPr>
        <p:spPr>
          <a:xfrm>
            <a:off x="4030701" y="2998031"/>
            <a:ext cx="198201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+    </a:t>
            </a:r>
            <a:r>
              <a:rPr lang="en-US" sz="1600" dirty="0" err="1"/>
              <a:t>load_data</a:t>
            </a:r>
            <a:r>
              <a:rPr lang="en-US" sz="1600" dirty="0"/>
              <a:t>(): None</a:t>
            </a:r>
          </a:p>
          <a:p>
            <a:r>
              <a:rPr lang="en-US" sz="1600" dirty="0"/>
              <a:t>+    fitting(): </a:t>
            </a:r>
            <a:r>
              <a:rPr lang="en-US" sz="1600" dirty="0" err="1"/>
              <a:t>boolean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032212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1029E-9780-17D8-7598-F0AA016B254A}"/>
              </a:ext>
            </a:extLst>
          </p:cNvPr>
          <p:cNvSpPr/>
          <p:nvPr/>
        </p:nvSpPr>
        <p:spPr>
          <a:xfrm>
            <a:off x="2894136" y="1567544"/>
            <a:ext cx="4337937" cy="2121750"/>
          </a:xfrm>
          <a:prstGeom prst="rect">
            <a:avLst/>
          </a:prstGeom>
          <a:gradFill flip="none" rotWithShape="1">
            <a:gsLst>
              <a:gs pos="0">
                <a:srgbClr val="00B0F0"/>
              </a:gs>
              <a:gs pos="100000">
                <a:srgbClr val="FF0000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165D1C7-DF47-A808-90DA-463A291EED6C}"/>
              </a:ext>
            </a:extLst>
          </p:cNvPr>
          <p:cNvSpPr/>
          <p:nvPr/>
        </p:nvSpPr>
        <p:spPr>
          <a:xfrm>
            <a:off x="2897605" y="1571265"/>
            <a:ext cx="4332042" cy="2118028"/>
          </a:xfrm>
          <a:custGeom>
            <a:avLst/>
            <a:gdLst>
              <a:gd name="connsiteX0" fmla="*/ 0 w 4736891"/>
              <a:gd name="connsiteY0" fmla="*/ 2119265 h 2149408"/>
              <a:gd name="connsiteX1" fmla="*/ 1798819 w 4736891"/>
              <a:gd name="connsiteY1" fmla="*/ 1909403 h 2149408"/>
              <a:gd name="connsiteX2" fmla="*/ 2713219 w 4736891"/>
              <a:gd name="connsiteY2" fmla="*/ 350426 h 2149408"/>
              <a:gd name="connsiteX3" fmla="*/ 4152275 w 4736891"/>
              <a:gd name="connsiteY3" fmla="*/ 35632 h 2149408"/>
              <a:gd name="connsiteX4" fmla="*/ 4736891 w 4736891"/>
              <a:gd name="connsiteY4" fmla="*/ 20642 h 2149408"/>
              <a:gd name="connsiteX0" fmla="*/ 0 w 4152275"/>
              <a:gd name="connsiteY0" fmla="*/ 2083633 h 2113776"/>
              <a:gd name="connsiteX1" fmla="*/ 1798819 w 4152275"/>
              <a:gd name="connsiteY1" fmla="*/ 1873771 h 2113776"/>
              <a:gd name="connsiteX2" fmla="*/ 2713219 w 4152275"/>
              <a:gd name="connsiteY2" fmla="*/ 314794 h 2113776"/>
              <a:gd name="connsiteX3" fmla="*/ 4152275 w 4152275"/>
              <a:gd name="connsiteY3" fmla="*/ 0 h 2113776"/>
              <a:gd name="connsiteX0" fmla="*/ 0 w 3807501"/>
              <a:gd name="connsiteY0" fmla="*/ 2113613 h 2137209"/>
              <a:gd name="connsiteX1" fmla="*/ 1454045 w 3807501"/>
              <a:gd name="connsiteY1" fmla="*/ 1873771 h 2137209"/>
              <a:gd name="connsiteX2" fmla="*/ 2368445 w 3807501"/>
              <a:gd name="connsiteY2" fmla="*/ 314794 h 2137209"/>
              <a:gd name="connsiteX3" fmla="*/ 3807501 w 3807501"/>
              <a:gd name="connsiteY3" fmla="*/ 0 h 2137209"/>
              <a:gd name="connsiteX0" fmla="*/ 0 w 3807501"/>
              <a:gd name="connsiteY0" fmla="*/ 2113613 h 2123986"/>
              <a:gd name="connsiteX1" fmla="*/ 1454045 w 3807501"/>
              <a:gd name="connsiteY1" fmla="*/ 1873771 h 2123986"/>
              <a:gd name="connsiteX2" fmla="*/ 2368445 w 3807501"/>
              <a:gd name="connsiteY2" fmla="*/ 314794 h 2123986"/>
              <a:gd name="connsiteX3" fmla="*/ 3807501 w 3807501"/>
              <a:gd name="connsiteY3" fmla="*/ 0 h 2123986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68445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97442"/>
              <a:gd name="connsiteY0" fmla="*/ 2098623 h 2101554"/>
              <a:gd name="connsiteX1" fmla="*/ 1648917 w 3897442"/>
              <a:gd name="connsiteY1" fmla="*/ 1798820 h 2101554"/>
              <a:gd name="connsiteX2" fmla="*/ 2398425 w 3897442"/>
              <a:gd name="connsiteY2" fmla="*/ 314794 h 2101554"/>
              <a:gd name="connsiteX3" fmla="*/ 3897442 w 3897442"/>
              <a:gd name="connsiteY3" fmla="*/ 0 h 2101554"/>
              <a:gd name="connsiteX0" fmla="*/ 0 w 3897442"/>
              <a:gd name="connsiteY0" fmla="*/ 2098623 h 2098623"/>
              <a:gd name="connsiteX1" fmla="*/ 1648917 w 3897442"/>
              <a:gd name="connsiteY1" fmla="*/ 1798820 h 2098623"/>
              <a:gd name="connsiteX2" fmla="*/ 2398425 w 3897442"/>
              <a:gd name="connsiteY2" fmla="*/ 314794 h 2098623"/>
              <a:gd name="connsiteX3" fmla="*/ 3897442 w 3897442"/>
              <a:gd name="connsiteY3" fmla="*/ 0 h 2098623"/>
              <a:gd name="connsiteX0" fmla="*/ 0 w 3897442"/>
              <a:gd name="connsiteY0" fmla="*/ 2113613 h 2113613"/>
              <a:gd name="connsiteX1" fmla="*/ 1648917 w 3897442"/>
              <a:gd name="connsiteY1" fmla="*/ 1813810 h 2113613"/>
              <a:gd name="connsiteX2" fmla="*/ 2398425 w 3897442"/>
              <a:gd name="connsiteY2" fmla="*/ 329784 h 2113613"/>
              <a:gd name="connsiteX3" fmla="*/ 3897442 w 3897442"/>
              <a:gd name="connsiteY3" fmla="*/ 0 h 2113613"/>
              <a:gd name="connsiteX0" fmla="*/ 0 w 3897442"/>
              <a:gd name="connsiteY0" fmla="*/ 2098623 h 2098623"/>
              <a:gd name="connsiteX1" fmla="*/ 1648917 w 3897442"/>
              <a:gd name="connsiteY1" fmla="*/ 1813810 h 2098623"/>
              <a:gd name="connsiteX2" fmla="*/ 2398425 w 3897442"/>
              <a:gd name="connsiteY2" fmla="*/ 329784 h 2098623"/>
              <a:gd name="connsiteX3" fmla="*/ 3897442 w 3897442"/>
              <a:gd name="connsiteY3" fmla="*/ 0 h 2098623"/>
              <a:gd name="connsiteX0" fmla="*/ 0 w 3973354"/>
              <a:gd name="connsiteY0" fmla="*/ 2120033 h 2120033"/>
              <a:gd name="connsiteX1" fmla="*/ 1648917 w 3973354"/>
              <a:gd name="connsiteY1" fmla="*/ 1835220 h 2120033"/>
              <a:gd name="connsiteX2" fmla="*/ 2398425 w 3973354"/>
              <a:gd name="connsiteY2" fmla="*/ 351194 h 2120033"/>
              <a:gd name="connsiteX3" fmla="*/ 3850876 w 3973354"/>
              <a:gd name="connsiteY3" fmla="*/ 25332 h 2120033"/>
              <a:gd name="connsiteX4" fmla="*/ 3897442 w 3973354"/>
              <a:gd name="connsiteY4" fmla="*/ 21410 h 2120033"/>
              <a:gd name="connsiteX0" fmla="*/ 0 w 3897442"/>
              <a:gd name="connsiteY0" fmla="*/ 2129180 h 2129180"/>
              <a:gd name="connsiteX1" fmla="*/ 1648917 w 3897442"/>
              <a:gd name="connsiteY1" fmla="*/ 1844367 h 2129180"/>
              <a:gd name="connsiteX2" fmla="*/ 2398425 w 3897442"/>
              <a:gd name="connsiteY2" fmla="*/ 360341 h 2129180"/>
              <a:gd name="connsiteX3" fmla="*/ 3850876 w 3897442"/>
              <a:gd name="connsiteY3" fmla="*/ 34479 h 2129180"/>
              <a:gd name="connsiteX4" fmla="*/ 3897442 w 3897442"/>
              <a:gd name="connsiteY4" fmla="*/ 30557 h 2129180"/>
              <a:gd name="connsiteX0" fmla="*/ 0 w 4074759"/>
              <a:gd name="connsiteY0" fmla="*/ 2125790 h 2125790"/>
              <a:gd name="connsiteX1" fmla="*/ 1648917 w 4074759"/>
              <a:gd name="connsiteY1" fmla="*/ 1840977 h 2125790"/>
              <a:gd name="connsiteX2" fmla="*/ 2398425 w 4074759"/>
              <a:gd name="connsiteY2" fmla="*/ 356951 h 2125790"/>
              <a:gd name="connsiteX3" fmla="*/ 3850876 w 4074759"/>
              <a:gd name="connsiteY3" fmla="*/ 31089 h 2125790"/>
              <a:gd name="connsiteX4" fmla="*/ 4074759 w 4074759"/>
              <a:gd name="connsiteY4" fmla="*/ 40901 h 2125790"/>
              <a:gd name="connsiteX0" fmla="*/ 0 w 4081712"/>
              <a:gd name="connsiteY0" fmla="*/ 2125790 h 2125790"/>
              <a:gd name="connsiteX1" fmla="*/ 1648917 w 4081712"/>
              <a:gd name="connsiteY1" fmla="*/ 1840977 h 2125790"/>
              <a:gd name="connsiteX2" fmla="*/ 2398425 w 4081712"/>
              <a:gd name="connsiteY2" fmla="*/ 356951 h 2125790"/>
              <a:gd name="connsiteX3" fmla="*/ 3850876 w 4081712"/>
              <a:gd name="connsiteY3" fmla="*/ 31089 h 2125790"/>
              <a:gd name="connsiteX4" fmla="*/ 4081712 w 4081712"/>
              <a:gd name="connsiteY4" fmla="*/ 40901 h 2125790"/>
              <a:gd name="connsiteX0" fmla="*/ 0 w 4081712"/>
              <a:gd name="connsiteY0" fmla="*/ 2094701 h 2094701"/>
              <a:gd name="connsiteX1" fmla="*/ 1648917 w 4081712"/>
              <a:gd name="connsiteY1" fmla="*/ 1809888 h 2094701"/>
              <a:gd name="connsiteX2" fmla="*/ 2398425 w 4081712"/>
              <a:gd name="connsiteY2" fmla="*/ 325862 h 2094701"/>
              <a:gd name="connsiteX3" fmla="*/ 3850876 w 4081712"/>
              <a:gd name="connsiteY3" fmla="*/ 0 h 2094701"/>
              <a:gd name="connsiteX4" fmla="*/ 4081712 w 4081712"/>
              <a:gd name="connsiteY4" fmla="*/ 9812 h 2094701"/>
              <a:gd name="connsiteX0" fmla="*/ 0 w 4081712"/>
              <a:gd name="connsiteY0" fmla="*/ 2094701 h 2094701"/>
              <a:gd name="connsiteX1" fmla="*/ 1648917 w 4081712"/>
              <a:gd name="connsiteY1" fmla="*/ 1809888 h 2094701"/>
              <a:gd name="connsiteX2" fmla="*/ 2398425 w 4081712"/>
              <a:gd name="connsiteY2" fmla="*/ 325862 h 2094701"/>
              <a:gd name="connsiteX3" fmla="*/ 3850876 w 4081712"/>
              <a:gd name="connsiteY3" fmla="*/ 0 h 2094701"/>
              <a:gd name="connsiteX4" fmla="*/ 4081712 w 4081712"/>
              <a:gd name="connsiteY4" fmla="*/ 2945 h 2094701"/>
              <a:gd name="connsiteX0" fmla="*/ 0 w 4081712"/>
              <a:gd name="connsiteY0" fmla="*/ 2094701 h 2094701"/>
              <a:gd name="connsiteX1" fmla="*/ 1648917 w 4081712"/>
              <a:gd name="connsiteY1" fmla="*/ 1809888 h 2094701"/>
              <a:gd name="connsiteX2" fmla="*/ 2398425 w 4081712"/>
              <a:gd name="connsiteY2" fmla="*/ 325862 h 2094701"/>
              <a:gd name="connsiteX3" fmla="*/ 3850876 w 4081712"/>
              <a:gd name="connsiteY3" fmla="*/ 0 h 2094701"/>
              <a:gd name="connsiteX4" fmla="*/ 4081712 w 4081712"/>
              <a:gd name="connsiteY4" fmla="*/ 2945 h 2094701"/>
              <a:gd name="connsiteX0" fmla="*/ 0 w 4081712"/>
              <a:gd name="connsiteY0" fmla="*/ 2094701 h 2094701"/>
              <a:gd name="connsiteX1" fmla="*/ 1648917 w 4081712"/>
              <a:gd name="connsiteY1" fmla="*/ 1809888 h 2094701"/>
              <a:gd name="connsiteX2" fmla="*/ 2398425 w 4081712"/>
              <a:gd name="connsiteY2" fmla="*/ 325862 h 2094701"/>
              <a:gd name="connsiteX3" fmla="*/ 3850876 w 4081712"/>
              <a:gd name="connsiteY3" fmla="*/ 0 h 2094701"/>
              <a:gd name="connsiteX4" fmla="*/ 4081712 w 4081712"/>
              <a:gd name="connsiteY4" fmla="*/ 2945 h 2094701"/>
              <a:gd name="connsiteX0" fmla="*/ 0 w 4081712"/>
              <a:gd name="connsiteY0" fmla="*/ 2094701 h 2094701"/>
              <a:gd name="connsiteX1" fmla="*/ 1648917 w 4081712"/>
              <a:gd name="connsiteY1" fmla="*/ 1809888 h 2094701"/>
              <a:gd name="connsiteX2" fmla="*/ 2398425 w 4081712"/>
              <a:gd name="connsiteY2" fmla="*/ 325862 h 2094701"/>
              <a:gd name="connsiteX3" fmla="*/ 3850876 w 4081712"/>
              <a:gd name="connsiteY3" fmla="*/ 0 h 2094701"/>
              <a:gd name="connsiteX4" fmla="*/ 4081712 w 4081712"/>
              <a:gd name="connsiteY4" fmla="*/ 2945 h 2094701"/>
              <a:gd name="connsiteX0" fmla="*/ 99304 w 4181016"/>
              <a:gd name="connsiteY0" fmla="*/ 2094701 h 2110285"/>
              <a:gd name="connsiteX1" fmla="*/ 129169 w 4181016"/>
              <a:gd name="connsiteY1" fmla="*/ 2087437 h 2110285"/>
              <a:gd name="connsiteX2" fmla="*/ 1748221 w 4181016"/>
              <a:gd name="connsiteY2" fmla="*/ 1809888 h 2110285"/>
              <a:gd name="connsiteX3" fmla="*/ 2497729 w 4181016"/>
              <a:gd name="connsiteY3" fmla="*/ 325862 h 2110285"/>
              <a:gd name="connsiteX4" fmla="*/ 3950180 w 4181016"/>
              <a:gd name="connsiteY4" fmla="*/ 0 h 2110285"/>
              <a:gd name="connsiteX5" fmla="*/ 4181016 w 4181016"/>
              <a:gd name="connsiteY5" fmla="*/ 2945 h 2110285"/>
              <a:gd name="connsiteX0" fmla="*/ 102384 w 4184096"/>
              <a:gd name="connsiteY0" fmla="*/ 2094701 h 2094701"/>
              <a:gd name="connsiteX1" fmla="*/ 132249 w 4184096"/>
              <a:gd name="connsiteY1" fmla="*/ 2087437 h 2094701"/>
              <a:gd name="connsiteX2" fmla="*/ 1751301 w 4184096"/>
              <a:gd name="connsiteY2" fmla="*/ 1809888 h 2094701"/>
              <a:gd name="connsiteX3" fmla="*/ 2500809 w 4184096"/>
              <a:gd name="connsiteY3" fmla="*/ 325862 h 2094701"/>
              <a:gd name="connsiteX4" fmla="*/ 3953260 w 4184096"/>
              <a:gd name="connsiteY4" fmla="*/ 0 h 2094701"/>
              <a:gd name="connsiteX5" fmla="*/ 4184096 w 4184096"/>
              <a:gd name="connsiteY5" fmla="*/ 2945 h 2094701"/>
              <a:gd name="connsiteX0" fmla="*/ 0 w 4293797"/>
              <a:gd name="connsiteY0" fmla="*/ 2098134 h 2098134"/>
              <a:gd name="connsiteX1" fmla="*/ 241950 w 4293797"/>
              <a:gd name="connsiteY1" fmla="*/ 2087437 h 2098134"/>
              <a:gd name="connsiteX2" fmla="*/ 1861002 w 4293797"/>
              <a:gd name="connsiteY2" fmla="*/ 1809888 h 2098134"/>
              <a:gd name="connsiteX3" fmla="*/ 2610510 w 4293797"/>
              <a:gd name="connsiteY3" fmla="*/ 325862 h 2098134"/>
              <a:gd name="connsiteX4" fmla="*/ 4062961 w 4293797"/>
              <a:gd name="connsiteY4" fmla="*/ 0 h 2098134"/>
              <a:gd name="connsiteX5" fmla="*/ 4293797 w 4293797"/>
              <a:gd name="connsiteY5" fmla="*/ 2945 h 2098134"/>
              <a:gd name="connsiteX0" fmla="*/ 0 w 4332042"/>
              <a:gd name="connsiteY0" fmla="*/ 2091267 h 2091267"/>
              <a:gd name="connsiteX1" fmla="*/ 280195 w 4332042"/>
              <a:gd name="connsiteY1" fmla="*/ 2087437 h 2091267"/>
              <a:gd name="connsiteX2" fmla="*/ 1899247 w 4332042"/>
              <a:gd name="connsiteY2" fmla="*/ 1809888 h 2091267"/>
              <a:gd name="connsiteX3" fmla="*/ 2648755 w 4332042"/>
              <a:gd name="connsiteY3" fmla="*/ 325862 h 2091267"/>
              <a:gd name="connsiteX4" fmla="*/ 4101206 w 4332042"/>
              <a:gd name="connsiteY4" fmla="*/ 0 h 2091267"/>
              <a:gd name="connsiteX5" fmla="*/ 4332042 w 4332042"/>
              <a:gd name="connsiteY5" fmla="*/ 2945 h 2091267"/>
              <a:gd name="connsiteX0" fmla="*/ 0 w 4332042"/>
              <a:gd name="connsiteY0" fmla="*/ 2091267 h 2091267"/>
              <a:gd name="connsiteX1" fmla="*/ 280195 w 4332042"/>
              <a:gd name="connsiteY1" fmla="*/ 2087437 h 2091267"/>
              <a:gd name="connsiteX2" fmla="*/ 1899247 w 4332042"/>
              <a:gd name="connsiteY2" fmla="*/ 1809888 h 2091267"/>
              <a:gd name="connsiteX3" fmla="*/ 2648755 w 4332042"/>
              <a:gd name="connsiteY3" fmla="*/ 325862 h 2091267"/>
              <a:gd name="connsiteX4" fmla="*/ 4101206 w 4332042"/>
              <a:gd name="connsiteY4" fmla="*/ 0 h 2091267"/>
              <a:gd name="connsiteX5" fmla="*/ 4332042 w 4332042"/>
              <a:gd name="connsiteY5" fmla="*/ 2945 h 2091267"/>
              <a:gd name="connsiteX0" fmla="*/ 0 w 4332042"/>
              <a:gd name="connsiteY0" fmla="*/ 2091267 h 2091267"/>
              <a:gd name="connsiteX1" fmla="*/ 280195 w 4332042"/>
              <a:gd name="connsiteY1" fmla="*/ 2087437 h 2091267"/>
              <a:gd name="connsiteX2" fmla="*/ 1899247 w 4332042"/>
              <a:gd name="connsiteY2" fmla="*/ 1809888 h 2091267"/>
              <a:gd name="connsiteX3" fmla="*/ 2648755 w 4332042"/>
              <a:gd name="connsiteY3" fmla="*/ 325862 h 2091267"/>
              <a:gd name="connsiteX4" fmla="*/ 4101206 w 4332042"/>
              <a:gd name="connsiteY4" fmla="*/ 0 h 2091267"/>
              <a:gd name="connsiteX5" fmla="*/ 4332042 w 4332042"/>
              <a:gd name="connsiteY5" fmla="*/ 2945 h 2091267"/>
              <a:gd name="connsiteX0" fmla="*/ 0 w 4332042"/>
              <a:gd name="connsiteY0" fmla="*/ 2091515 h 2091515"/>
              <a:gd name="connsiteX1" fmla="*/ 280195 w 4332042"/>
              <a:gd name="connsiteY1" fmla="*/ 2087685 h 2091515"/>
              <a:gd name="connsiteX2" fmla="*/ 1899247 w 4332042"/>
              <a:gd name="connsiteY2" fmla="*/ 1810136 h 2091515"/>
              <a:gd name="connsiteX3" fmla="*/ 2648755 w 4332042"/>
              <a:gd name="connsiteY3" fmla="*/ 326110 h 2091515"/>
              <a:gd name="connsiteX4" fmla="*/ 4101206 w 4332042"/>
              <a:gd name="connsiteY4" fmla="*/ 248 h 2091515"/>
              <a:gd name="connsiteX5" fmla="*/ 4332042 w 4332042"/>
              <a:gd name="connsiteY5" fmla="*/ 3193 h 2091515"/>
              <a:gd name="connsiteX0" fmla="*/ 0 w 4332042"/>
              <a:gd name="connsiteY0" fmla="*/ 2091515 h 2091515"/>
              <a:gd name="connsiteX1" fmla="*/ 280195 w 4332042"/>
              <a:gd name="connsiteY1" fmla="*/ 2087685 h 2091515"/>
              <a:gd name="connsiteX2" fmla="*/ 1899247 w 4332042"/>
              <a:gd name="connsiteY2" fmla="*/ 1810136 h 2091515"/>
              <a:gd name="connsiteX3" fmla="*/ 2648755 w 4332042"/>
              <a:gd name="connsiteY3" fmla="*/ 326110 h 2091515"/>
              <a:gd name="connsiteX4" fmla="*/ 4101206 w 4332042"/>
              <a:gd name="connsiteY4" fmla="*/ 248 h 2091515"/>
              <a:gd name="connsiteX5" fmla="*/ 4332042 w 4332042"/>
              <a:gd name="connsiteY5" fmla="*/ 3193 h 209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2042" h="2091515">
                <a:moveTo>
                  <a:pt x="0" y="2091515"/>
                </a:moveTo>
                <a:cubicBezTo>
                  <a:pt x="4977" y="2090304"/>
                  <a:pt x="-1577" y="2090522"/>
                  <a:pt x="280195" y="2087685"/>
                </a:cubicBezTo>
                <a:cubicBezTo>
                  <a:pt x="749715" y="2091716"/>
                  <a:pt x="1504487" y="2103732"/>
                  <a:pt x="1899247" y="1810136"/>
                </a:cubicBezTo>
                <a:cubicBezTo>
                  <a:pt x="2294007" y="1516540"/>
                  <a:pt x="2281762" y="627758"/>
                  <a:pt x="2648755" y="326110"/>
                </a:cubicBezTo>
                <a:cubicBezTo>
                  <a:pt x="3015748" y="24462"/>
                  <a:pt x="3802694" y="-3153"/>
                  <a:pt x="4101206" y="248"/>
                </a:cubicBezTo>
                <a:lnTo>
                  <a:pt x="4332042" y="3193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29600A4-53E4-3EAE-8707-AFC88807AC60}"/>
              </a:ext>
            </a:extLst>
          </p:cNvPr>
          <p:cNvSpPr/>
          <p:nvPr/>
        </p:nvSpPr>
        <p:spPr>
          <a:xfrm flipH="1">
            <a:off x="2892607" y="1571264"/>
            <a:ext cx="4337937" cy="2114306"/>
          </a:xfrm>
          <a:custGeom>
            <a:avLst/>
            <a:gdLst>
              <a:gd name="connsiteX0" fmla="*/ 0 w 4736891"/>
              <a:gd name="connsiteY0" fmla="*/ 2119265 h 2149408"/>
              <a:gd name="connsiteX1" fmla="*/ 1798819 w 4736891"/>
              <a:gd name="connsiteY1" fmla="*/ 1909403 h 2149408"/>
              <a:gd name="connsiteX2" fmla="*/ 2713219 w 4736891"/>
              <a:gd name="connsiteY2" fmla="*/ 350426 h 2149408"/>
              <a:gd name="connsiteX3" fmla="*/ 4152275 w 4736891"/>
              <a:gd name="connsiteY3" fmla="*/ 35632 h 2149408"/>
              <a:gd name="connsiteX4" fmla="*/ 4736891 w 4736891"/>
              <a:gd name="connsiteY4" fmla="*/ 20642 h 2149408"/>
              <a:gd name="connsiteX0" fmla="*/ 0 w 4152275"/>
              <a:gd name="connsiteY0" fmla="*/ 2083633 h 2113776"/>
              <a:gd name="connsiteX1" fmla="*/ 1798819 w 4152275"/>
              <a:gd name="connsiteY1" fmla="*/ 1873771 h 2113776"/>
              <a:gd name="connsiteX2" fmla="*/ 2713219 w 4152275"/>
              <a:gd name="connsiteY2" fmla="*/ 314794 h 2113776"/>
              <a:gd name="connsiteX3" fmla="*/ 4152275 w 4152275"/>
              <a:gd name="connsiteY3" fmla="*/ 0 h 2113776"/>
              <a:gd name="connsiteX0" fmla="*/ 0 w 3807501"/>
              <a:gd name="connsiteY0" fmla="*/ 2113613 h 2137209"/>
              <a:gd name="connsiteX1" fmla="*/ 1454045 w 3807501"/>
              <a:gd name="connsiteY1" fmla="*/ 1873771 h 2137209"/>
              <a:gd name="connsiteX2" fmla="*/ 2368445 w 3807501"/>
              <a:gd name="connsiteY2" fmla="*/ 314794 h 2137209"/>
              <a:gd name="connsiteX3" fmla="*/ 3807501 w 3807501"/>
              <a:gd name="connsiteY3" fmla="*/ 0 h 2137209"/>
              <a:gd name="connsiteX0" fmla="*/ 0 w 3807501"/>
              <a:gd name="connsiteY0" fmla="*/ 2113613 h 2123986"/>
              <a:gd name="connsiteX1" fmla="*/ 1454045 w 3807501"/>
              <a:gd name="connsiteY1" fmla="*/ 1873771 h 2123986"/>
              <a:gd name="connsiteX2" fmla="*/ 2368445 w 3807501"/>
              <a:gd name="connsiteY2" fmla="*/ 314794 h 2123986"/>
              <a:gd name="connsiteX3" fmla="*/ 3807501 w 3807501"/>
              <a:gd name="connsiteY3" fmla="*/ 0 h 2123986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68445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07501"/>
              <a:gd name="connsiteY0" fmla="*/ 2113613 h 2115983"/>
              <a:gd name="connsiteX1" fmla="*/ 1558976 w 3807501"/>
              <a:gd name="connsiteY1" fmla="*/ 1798820 h 2115983"/>
              <a:gd name="connsiteX2" fmla="*/ 2308484 w 3807501"/>
              <a:gd name="connsiteY2" fmla="*/ 314794 h 2115983"/>
              <a:gd name="connsiteX3" fmla="*/ 3807501 w 3807501"/>
              <a:gd name="connsiteY3" fmla="*/ 0 h 2115983"/>
              <a:gd name="connsiteX0" fmla="*/ 0 w 3897442"/>
              <a:gd name="connsiteY0" fmla="*/ 2098623 h 2101554"/>
              <a:gd name="connsiteX1" fmla="*/ 1648917 w 3897442"/>
              <a:gd name="connsiteY1" fmla="*/ 1798820 h 2101554"/>
              <a:gd name="connsiteX2" fmla="*/ 2398425 w 3897442"/>
              <a:gd name="connsiteY2" fmla="*/ 314794 h 2101554"/>
              <a:gd name="connsiteX3" fmla="*/ 3897442 w 3897442"/>
              <a:gd name="connsiteY3" fmla="*/ 0 h 2101554"/>
              <a:gd name="connsiteX0" fmla="*/ 0 w 3897442"/>
              <a:gd name="connsiteY0" fmla="*/ 2098623 h 2098623"/>
              <a:gd name="connsiteX1" fmla="*/ 1648917 w 3897442"/>
              <a:gd name="connsiteY1" fmla="*/ 1798820 h 2098623"/>
              <a:gd name="connsiteX2" fmla="*/ 2398425 w 3897442"/>
              <a:gd name="connsiteY2" fmla="*/ 314794 h 2098623"/>
              <a:gd name="connsiteX3" fmla="*/ 3897442 w 3897442"/>
              <a:gd name="connsiteY3" fmla="*/ 0 h 2098623"/>
              <a:gd name="connsiteX0" fmla="*/ 0 w 3897442"/>
              <a:gd name="connsiteY0" fmla="*/ 2113613 h 2113613"/>
              <a:gd name="connsiteX1" fmla="*/ 1648917 w 3897442"/>
              <a:gd name="connsiteY1" fmla="*/ 1813810 h 2113613"/>
              <a:gd name="connsiteX2" fmla="*/ 2398425 w 3897442"/>
              <a:gd name="connsiteY2" fmla="*/ 329784 h 2113613"/>
              <a:gd name="connsiteX3" fmla="*/ 3897442 w 3897442"/>
              <a:gd name="connsiteY3" fmla="*/ 0 h 2113613"/>
              <a:gd name="connsiteX0" fmla="*/ 0 w 3897442"/>
              <a:gd name="connsiteY0" fmla="*/ 2098623 h 2098623"/>
              <a:gd name="connsiteX1" fmla="*/ 1648917 w 3897442"/>
              <a:gd name="connsiteY1" fmla="*/ 1813810 h 2098623"/>
              <a:gd name="connsiteX2" fmla="*/ 2398425 w 3897442"/>
              <a:gd name="connsiteY2" fmla="*/ 329784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573966 w 3897442"/>
              <a:gd name="connsiteY1" fmla="*/ 1813810 h 2098623"/>
              <a:gd name="connsiteX2" fmla="*/ 2398425 w 3897442"/>
              <a:gd name="connsiteY2" fmla="*/ 329784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573966 w 3897442"/>
              <a:gd name="connsiteY1" fmla="*/ 181381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364104 w 3897442"/>
              <a:gd name="connsiteY1" fmla="*/ 182880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364104 w 3897442"/>
              <a:gd name="connsiteY1" fmla="*/ 182880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98623 h 2098623"/>
              <a:gd name="connsiteX1" fmla="*/ 1364104 w 3897442"/>
              <a:gd name="connsiteY1" fmla="*/ 1828800 h 2098623"/>
              <a:gd name="connsiteX2" fmla="*/ 2263514 w 3897442"/>
              <a:gd name="connsiteY2" fmla="*/ 269823 h 2098623"/>
              <a:gd name="connsiteX3" fmla="*/ 3897442 w 3897442"/>
              <a:gd name="connsiteY3" fmla="*/ 0 h 2098623"/>
              <a:gd name="connsiteX0" fmla="*/ 0 w 3897442"/>
              <a:gd name="connsiteY0" fmla="*/ 2068642 h 2068642"/>
              <a:gd name="connsiteX1" fmla="*/ 1364104 w 3897442"/>
              <a:gd name="connsiteY1" fmla="*/ 1798819 h 2068642"/>
              <a:gd name="connsiteX2" fmla="*/ 2263514 w 3897442"/>
              <a:gd name="connsiteY2" fmla="*/ 239842 h 2068642"/>
              <a:gd name="connsiteX3" fmla="*/ 3897442 w 3897442"/>
              <a:gd name="connsiteY3" fmla="*/ 0 h 2068642"/>
              <a:gd name="connsiteX0" fmla="*/ 0 w 3867462"/>
              <a:gd name="connsiteY0" fmla="*/ 2068642 h 2068642"/>
              <a:gd name="connsiteX1" fmla="*/ 1364104 w 3867462"/>
              <a:gd name="connsiteY1" fmla="*/ 1798819 h 2068642"/>
              <a:gd name="connsiteX2" fmla="*/ 2263514 w 3867462"/>
              <a:gd name="connsiteY2" fmla="*/ 239842 h 2068642"/>
              <a:gd name="connsiteX3" fmla="*/ 3867462 w 3867462"/>
              <a:gd name="connsiteY3" fmla="*/ 0 h 2068642"/>
              <a:gd name="connsiteX0" fmla="*/ 0 w 3822492"/>
              <a:gd name="connsiteY0" fmla="*/ 2083632 h 2083632"/>
              <a:gd name="connsiteX1" fmla="*/ 1364104 w 3822492"/>
              <a:gd name="connsiteY1" fmla="*/ 1813809 h 2083632"/>
              <a:gd name="connsiteX2" fmla="*/ 2263514 w 3822492"/>
              <a:gd name="connsiteY2" fmla="*/ 254832 h 2083632"/>
              <a:gd name="connsiteX3" fmla="*/ 3822492 w 3822492"/>
              <a:gd name="connsiteY3" fmla="*/ 0 h 2083632"/>
              <a:gd name="connsiteX0" fmla="*/ 0 w 3822492"/>
              <a:gd name="connsiteY0" fmla="*/ 2083632 h 2083632"/>
              <a:gd name="connsiteX1" fmla="*/ 1364104 w 3822492"/>
              <a:gd name="connsiteY1" fmla="*/ 1813809 h 2083632"/>
              <a:gd name="connsiteX2" fmla="*/ 2263514 w 3822492"/>
              <a:gd name="connsiteY2" fmla="*/ 254832 h 2083632"/>
              <a:gd name="connsiteX3" fmla="*/ 3822492 w 3822492"/>
              <a:gd name="connsiteY3" fmla="*/ 0 h 2083632"/>
              <a:gd name="connsiteX0" fmla="*/ 92769 w 3915261"/>
              <a:gd name="connsiteY0" fmla="*/ 2083632 h 2102966"/>
              <a:gd name="connsiteX1" fmla="*/ 103484 w 3915261"/>
              <a:gd name="connsiteY1" fmla="*/ 2082791 h 2102966"/>
              <a:gd name="connsiteX2" fmla="*/ 1456873 w 3915261"/>
              <a:gd name="connsiteY2" fmla="*/ 1813809 h 2102966"/>
              <a:gd name="connsiteX3" fmla="*/ 2356283 w 3915261"/>
              <a:gd name="connsiteY3" fmla="*/ 254832 h 2102966"/>
              <a:gd name="connsiteX4" fmla="*/ 3915261 w 3915261"/>
              <a:gd name="connsiteY4" fmla="*/ 0 h 2102966"/>
              <a:gd name="connsiteX0" fmla="*/ 106669 w 3929161"/>
              <a:gd name="connsiteY0" fmla="*/ 2083632 h 2084811"/>
              <a:gd name="connsiteX1" fmla="*/ 117384 w 3929161"/>
              <a:gd name="connsiteY1" fmla="*/ 2082791 h 2084811"/>
              <a:gd name="connsiteX2" fmla="*/ 1470773 w 3929161"/>
              <a:gd name="connsiteY2" fmla="*/ 1813809 h 2084811"/>
              <a:gd name="connsiteX3" fmla="*/ 2370183 w 3929161"/>
              <a:gd name="connsiteY3" fmla="*/ 254832 h 2084811"/>
              <a:gd name="connsiteX4" fmla="*/ 3929161 w 3929161"/>
              <a:gd name="connsiteY4" fmla="*/ 0 h 2084811"/>
              <a:gd name="connsiteX0" fmla="*/ 68229 w 3890721"/>
              <a:gd name="connsiteY0" fmla="*/ 2083632 h 2084811"/>
              <a:gd name="connsiteX1" fmla="*/ 134573 w 3890721"/>
              <a:gd name="connsiteY1" fmla="*/ 2082791 h 2084811"/>
              <a:gd name="connsiteX2" fmla="*/ 1432333 w 3890721"/>
              <a:gd name="connsiteY2" fmla="*/ 1813809 h 2084811"/>
              <a:gd name="connsiteX3" fmla="*/ 2331743 w 3890721"/>
              <a:gd name="connsiteY3" fmla="*/ 254832 h 2084811"/>
              <a:gd name="connsiteX4" fmla="*/ 3890721 w 3890721"/>
              <a:gd name="connsiteY4" fmla="*/ 0 h 2084811"/>
              <a:gd name="connsiteX0" fmla="*/ 0 w 4024146"/>
              <a:gd name="connsiteY0" fmla="*/ 2076816 h 2083753"/>
              <a:gd name="connsiteX1" fmla="*/ 267998 w 4024146"/>
              <a:gd name="connsiteY1" fmla="*/ 2082791 h 2083753"/>
              <a:gd name="connsiteX2" fmla="*/ 1565758 w 4024146"/>
              <a:gd name="connsiteY2" fmla="*/ 1813809 h 2083753"/>
              <a:gd name="connsiteX3" fmla="*/ 2465168 w 4024146"/>
              <a:gd name="connsiteY3" fmla="*/ 254832 h 2083753"/>
              <a:gd name="connsiteX4" fmla="*/ 4024146 w 4024146"/>
              <a:gd name="connsiteY4" fmla="*/ 0 h 2083753"/>
              <a:gd name="connsiteX0" fmla="*/ 0 w 4024146"/>
              <a:gd name="connsiteY0" fmla="*/ 2076816 h 2083753"/>
              <a:gd name="connsiteX1" fmla="*/ 267998 w 4024146"/>
              <a:gd name="connsiteY1" fmla="*/ 2082791 h 2083753"/>
              <a:gd name="connsiteX2" fmla="*/ 1565758 w 4024146"/>
              <a:gd name="connsiteY2" fmla="*/ 1813809 h 2083753"/>
              <a:gd name="connsiteX3" fmla="*/ 2465168 w 4024146"/>
              <a:gd name="connsiteY3" fmla="*/ 254832 h 2083753"/>
              <a:gd name="connsiteX4" fmla="*/ 4024146 w 4024146"/>
              <a:gd name="connsiteY4" fmla="*/ 0 h 2083753"/>
              <a:gd name="connsiteX0" fmla="*/ 2449 w 3970966"/>
              <a:gd name="connsiteY0" fmla="*/ 2083632 h 2084811"/>
              <a:gd name="connsiteX1" fmla="*/ 214818 w 3970966"/>
              <a:gd name="connsiteY1" fmla="*/ 2082791 h 2084811"/>
              <a:gd name="connsiteX2" fmla="*/ 1512578 w 3970966"/>
              <a:gd name="connsiteY2" fmla="*/ 1813809 h 2084811"/>
              <a:gd name="connsiteX3" fmla="*/ 2411988 w 3970966"/>
              <a:gd name="connsiteY3" fmla="*/ 254832 h 2084811"/>
              <a:gd name="connsiteX4" fmla="*/ 3970966 w 3970966"/>
              <a:gd name="connsiteY4" fmla="*/ 0 h 2084811"/>
              <a:gd name="connsiteX0" fmla="*/ 0 w 3999808"/>
              <a:gd name="connsiteY0" fmla="*/ 2070000 h 2083422"/>
              <a:gd name="connsiteX1" fmla="*/ 243660 w 3999808"/>
              <a:gd name="connsiteY1" fmla="*/ 2082791 h 2083422"/>
              <a:gd name="connsiteX2" fmla="*/ 1541420 w 3999808"/>
              <a:gd name="connsiteY2" fmla="*/ 1813809 h 2083422"/>
              <a:gd name="connsiteX3" fmla="*/ 2440830 w 3999808"/>
              <a:gd name="connsiteY3" fmla="*/ 254832 h 2083422"/>
              <a:gd name="connsiteX4" fmla="*/ 3999808 w 3999808"/>
              <a:gd name="connsiteY4" fmla="*/ 0 h 2083422"/>
              <a:gd name="connsiteX0" fmla="*/ 0 w 4027622"/>
              <a:gd name="connsiteY0" fmla="*/ 2083632 h 2084811"/>
              <a:gd name="connsiteX1" fmla="*/ 271474 w 4027622"/>
              <a:gd name="connsiteY1" fmla="*/ 2082791 h 2084811"/>
              <a:gd name="connsiteX2" fmla="*/ 1569234 w 4027622"/>
              <a:gd name="connsiteY2" fmla="*/ 1813809 h 2084811"/>
              <a:gd name="connsiteX3" fmla="*/ 2468644 w 4027622"/>
              <a:gd name="connsiteY3" fmla="*/ 254832 h 2084811"/>
              <a:gd name="connsiteX4" fmla="*/ 4027622 w 4027622"/>
              <a:gd name="connsiteY4" fmla="*/ 0 h 2084811"/>
              <a:gd name="connsiteX0" fmla="*/ 0 w 4105521"/>
              <a:gd name="connsiteY0" fmla="*/ 2107530 h 2108709"/>
              <a:gd name="connsiteX1" fmla="*/ 271474 w 4105521"/>
              <a:gd name="connsiteY1" fmla="*/ 2106689 h 2108709"/>
              <a:gd name="connsiteX2" fmla="*/ 1569234 w 4105521"/>
              <a:gd name="connsiteY2" fmla="*/ 1837707 h 2108709"/>
              <a:gd name="connsiteX3" fmla="*/ 2468644 w 4105521"/>
              <a:gd name="connsiteY3" fmla="*/ 278730 h 2108709"/>
              <a:gd name="connsiteX4" fmla="*/ 3977750 w 4105521"/>
              <a:gd name="connsiteY4" fmla="*/ 17569 h 2108709"/>
              <a:gd name="connsiteX5" fmla="*/ 4027622 w 4105521"/>
              <a:gd name="connsiteY5" fmla="*/ 23898 h 2108709"/>
              <a:gd name="connsiteX0" fmla="*/ 0 w 4326628"/>
              <a:gd name="connsiteY0" fmla="*/ 2104917 h 2106096"/>
              <a:gd name="connsiteX1" fmla="*/ 271474 w 4326628"/>
              <a:gd name="connsiteY1" fmla="*/ 2104076 h 2106096"/>
              <a:gd name="connsiteX2" fmla="*/ 1569234 w 4326628"/>
              <a:gd name="connsiteY2" fmla="*/ 1835094 h 2106096"/>
              <a:gd name="connsiteX3" fmla="*/ 2468644 w 4326628"/>
              <a:gd name="connsiteY3" fmla="*/ 276117 h 2106096"/>
              <a:gd name="connsiteX4" fmla="*/ 3977750 w 4326628"/>
              <a:gd name="connsiteY4" fmla="*/ 14956 h 2106096"/>
              <a:gd name="connsiteX5" fmla="*/ 4326628 w 4326628"/>
              <a:gd name="connsiteY5" fmla="*/ 34917 h 2106096"/>
              <a:gd name="connsiteX0" fmla="*/ 0 w 4326628"/>
              <a:gd name="connsiteY0" fmla="*/ 2089961 h 2091140"/>
              <a:gd name="connsiteX1" fmla="*/ 271474 w 4326628"/>
              <a:gd name="connsiteY1" fmla="*/ 2089120 h 2091140"/>
              <a:gd name="connsiteX2" fmla="*/ 1569234 w 4326628"/>
              <a:gd name="connsiteY2" fmla="*/ 1820138 h 2091140"/>
              <a:gd name="connsiteX3" fmla="*/ 2468644 w 4326628"/>
              <a:gd name="connsiteY3" fmla="*/ 261161 h 2091140"/>
              <a:gd name="connsiteX4" fmla="*/ 3977750 w 4326628"/>
              <a:gd name="connsiteY4" fmla="*/ 0 h 2091140"/>
              <a:gd name="connsiteX5" fmla="*/ 4326628 w 4326628"/>
              <a:gd name="connsiteY5" fmla="*/ 19961 h 2091140"/>
              <a:gd name="connsiteX0" fmla="*/ 0 w 4326628"/>
              <a:gd name="connsiteY0" fmla="*/ 2090047 h 2091226"/>
              <a:gd name="connsiteX1" fmla="*/ 271474 w 4326628"/>
              <a:gd name="connsiteY1" fmla="*/ 2089206 h 2091226"/>
              <a:gd name="connsiteX2" fmla="*/ 1569234 w 4326628"/>
              <a:gd name="connsiteY2" fmla="*/ 1820224 h 2091226"/>
              <a:gd name="connsiteX3" fmla="*/ 2468644 w 4326628"/>
              <a:gd name="connsiteY3" fmla="*/ 261247 h 2091226"/>
              <a:gd name="connsiteX4" fmla="*/ 3977750 w 4326628"/>
              <a:gd name="connsiteY4" fmla="*/ 86 h 2091226"/>
              <a:gd name="connsiteX5" fmla="*/ 4326628 w 4326628"/>
              <a:gd name="connsiteY5" fmla="*/ 20047 h 2091226"/>
              <a:gd name="connsiteX0" fmla="*/ 0 w 4333582"/>
              <a:gd name="connsiteY0" fmla="*/ 2089961 h 2091140"/>
              <a:gd name="connsiteX1" fmla="*/ 271474 w 4333582"/>
              <a:gd name="connsiteY1" fmla="*/ 2089120 h 2091140"/>
              <a:gd name="connsiteX2" fmla="*/ 1569234 w 4333582"/>
              <a:gd name="connsiteY2" fmla="*/ 1820138 h 2091140"/>
              <a:gd name="connsiteX3" fmla="*/ 2468644 w 4333582"/>
              <a:gd name="connsiteY3" fmla="*/ 261161 h 2091140"/>
              <a:gd name="connsiteX4" fmla="*/ 3977750 w 4333582"/>
              <a:gd name="connsiteY4" fmla="*/ 0 h 2091140"/>
              <a:gd name="connsiteX5" fmla="*/ 4333582 w 4333582"/>
              <a:gd name="connsiteY5" fmla="*/ 2921 h 2091140"/>
              <a:gd name="connsiteX0" fmla="*/ 0 w 4333582"/>
              <a:gd name="connsiteY0" fmla="*/ 2089961 h 2091140"/>
              <a:gd name="connsiteX1" fmla="*/ 271474 w 4333582"/>
              <a:gd name="connsiteY1" fmla="*/ 2089120 h 2091140"/>
              <a:gd name="connsiteX2" fmla="*/ 1569234 w 4333582"/>
              <a:gd name="connsiteY2" fmla="*/ 1820138 h 2091140"/>
              <a:gd name="connsiteX3" fmla="*/ 2468644 w 4333582"/>
              <a:gd name="connsiteY3" fmla="*/ 261161 h 2091140"/>
              <a:gd name="connsiteX4" fmla="*/ 3977750 w 4333582"/>
              <a:gd name="connsiteY4" fmla="*/ 0 h 2091140"/>
              <a:gd name="connsiteX5" fmla="*/ 4333582 w 4333582"/>
              <a:gd name="connsiteY5" fmla="*/ 2921 h 2091140"/>
              <a:gd name="connsiteX0" fmla="*/ 0 w 4333582"/>
              <a:gd name="connsiteY0" fmla="*/ 2089961 h 2091140"/>
              <a:gd name="connsiteX1" fmla="*/ 271474 w 4333582"/>
              <a:gd name="connsiteY1" fmla="*/ 2089120 h 2091140"/>
              <a:gd name="connsiteX2" fmla="*/ 1569234 w 4333582"/>
              <a:gd name="connsiteY2" fmla="*/ 1820138 h 2091140"/>
              <a:gd name="connsiteX3" fmla="*/ 2468644 w 4333582"/>
              <a:gd name="connsiteY3" fmla="*/ 261161 h 2091140"/>
              <a:gd name="connsiteX4" fmla="*/ 3977750 w 4333582"/>
              <a:gd name="connsiteY4" fmla="*/ 0 h 2091140"/>
              <a:gd name="connsiteX5" fmla="*/ 4333582 w 4333582"/>
              <a:gd name="connsiteY5" fmla="*/ 2921 h 2091140"/>
              <a:gd name="connsiteX0" fmla="*/ 0 w 4333582"/>
              <a:gd name="connsiteY0" fmla="*/ 2089961 h 2091140"/>
              <a:gd name="connsiteX1" fmla="*/ 271474 w 4333582"/>
              <a:gd name="connsiteY1" fmla="*/ 2089120 h 2091140"/>
              <a:gd name="connsiteX2" fmla="*/ 1569234 w 4333582"/>
              <a:gd name="connsiteY2" fmla="*/ 1820138 h 2091140"/>
              <a:gd name="connsiteX3" fmla="*/ 2468644 w 4333582"/>
              <a:gd name="connsiteY3" fmla="*/ 261161 h 2091140"/>
              <a:gd name="connsiteX4" fmla="*/ 3977750 w 4333582"/>
              <a:gd name="connsiteY4" fmla="*/ 0 h 2091140"/>
              <a:gd name="connsiteX5" fmla="*/ 4333582 w 4333582"/>
              <a:gd name="connsiteY5" fmla="*/ 2921 h 2091140"/>
              <a:gd name="connsiteX0" fmla="*/ 0 w 4333582"/>
              <a:gd name="connsiteY0" fmla="*/ 2089961 h 2091140"/>
              <a:gd name="connsiteX1" fmla="*/ 271474 w 4333582"/>
              <a:gd name="connsiteY1" fmla="*/ 2089120 h 2091140"/>
              <a:gd name="connsiteX2" fmla="*/ 1569234 w 4333582"/>
              <a:gd name="connsiteY2" fmla="*/ 1820138 h 2091140"/>
              <a:gd name="connsiteX3" fmla="*/ 2468644 w 4333582"/>
              <a:gd name="connsiteY3" fmla="*/ 261161 h 2091140"/>
              <a:gd name="connsiteX4" fmla="*/ 3977750 w 4333582"/>
              <a:gd name="connsiteY4" fmla="*/ 0 h 2091140"/>
              <a:gd name="connsiteX5" fmla="*/ 4333582 w 4333582"/>
              <a:gd name="connsiteY5" fmla="*/ 2921 h 2091140"/>
              <a:gd name="connsiteX0" fmla="*/ 0 w 4333582"/>
              <a:gd name="connsiteY0" fmla="*/ 2089961 h 2091140"/>
              <a:gd name="connsiteX1" fmla="*/ 271474 w 4333582"/>
              <a:gd name="connsiteY1" fmla="*/ 2089120 h 2091140"/>
              <a:gd name="connsiteX2" fmla="*/ 1569234 w 4333582"/>
              <a:gd name="connsiteY2" fmla="*/ 1820138 h 2091140"/>
              <a:gd name="connsiteX3" fmla="*/ 2468644 w 4333582"/>
              <a:gd name="connsiteY3" fmla="*/ 261161 h 2091140"/>
              <a:gd name="connsiteX4" fmla="*/ 3977750 w 4333582"/>
              <a:gd name="connsiteY4" fmla="*/ 0 h 2091140"/>
              <a:gd name="connsiteX5" fmla="*/ 4333582 w 4333582"/>
              <a:gd name="connsiteY5" fmla="*/ 2921 h 2091140"/>
              <a:gd name="connsiteX0" fmla="*/ 0 w 4333582"/>
              <a:gd name="connsiteY0" fmla="*/ 2087152 h 2088331"/>
              <a:gd name="connsiteX1" fmla="*/ 271474 w 4333582"/>
              <a:gd name="connsiteY1" fmla="*/ 2086311 h 2088331"/>
              <a:gd name="connsiteX2" fmla="*/ 1569234 w 4333582"/>
              <a:gd name="connsiteY2" fmla="*/ 1817329 h 2088331"/>
              <a:gd name="connsiteX3" fmla="*/ 2468644 w 4333582"/>
              <a:gd name="connsiteY3" fmla="*/ 258352 h 2088331"/>
              <a:gd name="connsiteX4" fmla="*/ 3845631 w 4333582"/>
              <a:gd name="connsiteY4" fmla="*/ 599 h 2088331"/>
              <a:gd name="connsiteX5" fmla="*/ 4333582 w 4333582"/>
              <a:gd name="connsiteY5" fmla="*/ 112 h 2088331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  <a:gd name="connsiteX0" fmla="*/ 0 w 4333582"/>
              <a:gd name="connsiteY0" fmla="*/ 2087040 h 2088219"/>
              <a:gd name="connsiteX1" fmla="*/ 271474 w 4333582"/>
              <a:gd name="connsiteY1" fmla="*/ 2086199 h 2088219"/>
              <a:gd name="connsiteX2" fmla="*/ 1569234 w 4333582"/>
              <a:gd name="connsiteY2" fmla="*/ 1817217 h 2088219"/>
              <a:gd name="connsiteX3" fmla="*/ 2468644 w 4333582"/>
              <a:gd name="connsiteY3" fmla="*/ 258240 h 2088219"/>
              <a:gd name="connsiteX4" fmla="*/ 3845631 w 4333582"/>
              <a:gd name="connsiteY4" fmla="*/ 487 h 2088219"/>
              <a:gd name="connsiteX5" fmla="*/ 4333582 w 4333582"/>
              <a:gd name="connsiteY5" fmla="*/ 0 h 2088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33582" h="2088219">
                <a:moveTo>
                  <a:pt x="0" y="2087040"/>
                </a:moveTo>
                <a:cubicBezTo>
                  <a:pt x="1786" y="2086900"/>
                  <a:pt x="12832" y="2090275"/>
                  <a:pt x="271474" y="2086199"/>
                </a:cubicBezTo>
                <a:cubicBezTo>
                  <a:pt x="502302" y="2082124"/>
                  <a:pt x="1203039" y="2121877"/>
                  <a:pt x="1569234" y="1817217"/>
                </a:cubicBezTo>
                <a:cubicBezTo>
                  <a:pt x="1935429" y="1512557"/>
                  <a:pt x="2067225" y="561596"/>
                  <a:pt x="2468644" y="258240"/>
                </a:cubicBezTo>
                <a:cubicBezTo>
                  <a:pt x="2800527" y="12818"/>
                  <a:pt x="3293751" y="2063"/>
                  <a:pt x="3845631" y="487"/>
                </a:cubicBezTo>
                <a:lnTo>
                  <a:pt x="4333582" y="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319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osceles Triangle 1">
            <a:extLst>
              <a:ext uri="{FF2B5EF4-FFF2-40B4-BE49-F238E27FC236}">
                <a16:creationId xmlns:a16="http://schemas.microsoft.com/office/drawing/2014/main" id="{6C8416E7-2918-6FAE-4F83-F1170949DCF2}"/>
              </a:ext>
            </a:extLst>
          </p:cNvPr>
          <p:cNvSpPr/>
          <p:nvPr/>
        </p:nvSpPr>
        <p:spPr>
          <a:xfrm>
            <a:off x="3810000" y="1449324"/>
            <a:ext cx="4572000" cy="3959352"/>
          </a:xfrm>
          <a:prstGeom prst="triangle">
            <a:avLst/>
          </a:prstGeom>
          <a:gradFill flip="none" rotWithShape="1">
            <a:gsLst>
              <a:gs pos="0">
                <a:srgbClr val="FF00FF">
                  <a:tint val="66000"/>
                  <a:satMod val="160000"/>
                </a:srgbClr>
              </a:gs>
              <a:gs pos="50000">
                <a:srgbClr val="FF00FF">
                  <a:tint val="44500"/>
                  <a:satMod val="160000"/>
                </a:srgbClr>
              </a:gs>
              <a:gs pos="100000">
                <a:srgbClr val="FF00FF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3942EBA-FC43-5559-0D24-BD8E95D0F5E2}"/>
              </a:ext>
            </a:extLst>
          </p:cNvPr>
          <p:cNvSpPr/>
          <p:nvPr/>
        </p:nvSpPr>
        <p:spPr>
          <a:xfrm>
            <a:off x="5480595" y="1430769"/>
            <a:ext cx="1768092" cy="3977908"/>
          </a:xfrm>
          <a:custGeom>
            <a:avLst/>
            <a:gdLst>
              <a:gd name="connsiteX0" fmla="*/ 153899 w 1871187"/>
              <a:gd name="connsiteY0" fmla="*/ 0 h 2988527"/>
              <a:gd name="connsiteX1" fmla="*/ 120445 w 1871187"/>
              <a:gd name="connsiteY1" fmla="*/ 1616927 h 2988527"/>
              <a:gd name="connsiteX2" fmla="*/ 1480894 w 1871187"/>
              <a:gd name="connsiteY2" fmla="*/ 2419814 h 2988527"/>
              <a:gd name="connsiteX3" fmla="*/ 1871187 w 1871187"/>
              <a:gd name="connsiteY3" fmla="*/ 2988527 h 2988527"/>
              <a:gd name="connsiteX0" fmla="*/ 619516 w 1768092"/>
              <a:gd name="connsiteY0" fmla="*/ 0 h 3947532"/>
              <a:gd name="connsiteX1" fmla="*/ 17350 w 1768092"/>
              <a:gd name="connsiteY1" fmla="*/ 2575932 h 3947532"/>
              <a:gd name="connsiteX2" fmla="*/ 1377799 w 1768092"/>
              <a:gd name="connsiteY2" fmla="*/ 3378819 h 3947532"/>
              <a:gd name="connsiteX3" fmla="*/ 1768092 w 1768092"/>
              <a:gd name="connsiteY3" fmla="*/ 3947532 h 3947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68092" h="3947532">
                <a:moveTo>
                  <a:pt x="619516" y="0"/>
                </a:moveTo>
                <a:cubicBezTo>
                  <a:pt x="492206" y="606812"/>
                  <a:pt x="-109031" y="2012795"/>
                  <a:pt x="17350" y="2575932"/>
                </a:cubicBezTo>
                <a:cubicBezTo>
                  <a:pt x="143731" y="3139069"/>
                  <a:pt x="1086009" y="3150219"/>
                  <a:pt x="1377799" y="3378819"/>
                </a:cubicBezTo>
                <a:cubicBezTo>
                  <a:pt x="1669589" y="3607419"/>
                  <a:pt x="1718840" y="3777475"/>
                  <a:pt x="1768092" y="3947532"/>
                </a:cubicBezTo>
              </a:path>
            </a:pathLst>
          </a:cu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D3CF9A0-7281-77F6-2FD1-102F8618E1B6}"/>
              </a:ext>
            </a:extLst>
          </p:cNvPr>
          <p:cNvSpPr/>
          <p:nvPr/>
        </p:nvSpPr>
        <p:spPr>
          <a:xfrm>
            <a:off x="4227755" y="3712082"/>
            <a:ext cx="3375158" cy="1319066"/>
          </a:xfrm>
          <a:custGeom>
            <a:avLst/>
            <a:gdLst>
              <a:gd name="connsiteX0" fmla="*/ 153899 w 1871187"/>
              <a:gd name="connsiteY0" fmla="*/ 0 h 2988527"/>
              <a:gd name="connsiteX1" fmla="*/ 120445 w 1871187"/>
              <a:gd name="connsiteY1" fmla="*/ 1616927 h 2988527"/>
              <a:gd name="connsiteX2" fmla="*/ 1480894 w 1871187"/>
              <a:gd name="connsiteY2" fmla="*/ 2419814 h 2988527"/>
              <a:gd name="connsiteX3" fmla="*/ 1871187 w 1871187"/>
              <a:gd name="connsiteY3" fmla="*/ 2988527 h 2988527"/>
              <a:gd name="connsiteX0" fmla="*/ 16303 w 1733591"/>
              <a:gd name="connsiteY0" fmla="*/ 0 h 2988527"/>
              <a:gd name="connsiteX1" fmla="*/ 763434 w 1733591"/>
              <a:gd name="connsiteY1" fmla="*/ 836341 h 2988527"/>
              <a:gd name="connsiteX2" fmla="*/ 1343298 w 1733591"/>
              <a:gd name="connsiteY2" fmla="*/ 2419814 h 2988527"/>
              <a:gd name="connsiteX3" fmla="*/ 1733591 w 1733591"/>
              <a:gd name="connsiteY3" fmla="*/ 2988527 h 2988527"/>
              <a:gd name="connsiteX0" fmla="*/ 7973 w 2661964"/>
              <a:gd name="connsiteY0" fmla="*/ 778098 h 2160849"/>
              <a:gd name="connsiteX1" fmla="*/ 1691807 w 2661964"/>
              <a:gd name="connsiteY1" fmla="*/ 8663 h 2160849"/>
              <a:gd name="connsiteX2" fmla="*/ 2271671 w 2661964"/>
              <a:gd name="connsiteY2" fmla="*/ 1592136 h 2160849"/>
              <a:gd name="connsiteX3" fmla="*/ 2661964 w 2661964"/>
              <a:gd name="connsiteY3" fmla="*/ 2160849 h 2160849"/>
              <a:gd name="connsiteX0" fmla="*/ 7973 w 3397944"/>
              <a:gd name="connsiteY0" fmla="*/ 1635425 h 2462564"/>
              <a:gd name="connsiteX1" fmla="*/ 1691807 w 3397944"/>
              <a:gd name="connsiteY1" fmla="*/ 865990 h 2462564"/>
              <a:gd name="connsiteX2" fmla="*/ 2271671 w 3397944"/>
              <a:gd name="connsiteY2" fmla="*/ 2449463 h 2462564"/>
              <a:gd name="connsiteX3" fmla="*/ 3397944 w 3397944"/>
              <a:gd name="connsiteY3" fmla="*/ 7347 h 2462564"/>
              <a:gd name="connsiteX0" fmla="*/ 7955 w 3397926"/>
              <a:gd name="connsiteY0" fmla="*/ 1670652 h 1849861"/>
              <a:gd name="connsiteX1" fmla="*/ 1691789 w 3397926"/>
              <a:gd name="connsiteY1" fmla="*/ 901217 h 1849861"/>
              <a:gd name="connsiteX2" fmla="*/ 2249350 w 3397926"/>
              <a:gd name="connsiteY2" fmla="*/ 53724 h 1849861"/>
              <a:gd name="connsiteX3" fmla="*/ 3397926 w 3397926"/>
              <a:gd name="connsiteY3" fmla="*/ 42574 h 1849861"/>
              <a:gd name="connsiteX0" fmla="*/ 8645 w 3398616"/>
              <a:gd name="connsiteY0" fmla="*/ 1670652 h 1912435"/>
              <a:gd name="connsiteX1" fmla="*/ 1569816 w 3398616"/>
              <a:gd name="connsiteY1" fmla="*/ 1313812 h 1912435"/>
              <a:gd name="connsiteX2" fmla="*/ 2250040 w 3398616"/>
              <a:gd name="connsiteY2" fmla="*/ 53724 h 1912435"/>
              <a:gd name="connsiteX3" fmla="*/ 3398616 w 3398616"/>
              <a:gd name="connsiteY3" fmla="*/ 42574 h 1912435"/>
              <a:gd name="connsiteX0" fmla="*/ 8503 w 3398474"/>
              <a:gd name="connsiteY0" fmla="*/ 1651426 h 1881464"/>
              <a:gd name="connsiteX1" fmla="*/ 1569674 w 3398474"/>
              <a:gd name="connsiteY1" fmla="*/ 1294586 h 1881464"/>
              <a:gd name="connsiteX2" fmla="*/ 2104932 w 3398474"/>
              <a:gd name="connsiteY2" fmla="*/ 447093 h 1881464"/>
              <a:gd name="connsiteX3" fmla="*/ 3398474 w 3398474"/>
              <a:gd name="connsiteY3" fmla="*/ 23348 h 1881464"/>
              <a:gd name="connsiteX0" fmla="*/ 8503 w 3119694"/>
              <a:gd name="connsiteY0" fmla="*/ 1242108 h 1472146"/>
              <a:gd name="connsiteX1" fmla="*/ 1569674 w 3119694"/>
              <a:gd name="connsiteY1" fmla="*/ 885268 h 1472146"/>
              <a:gd name="connsiteX2" fmla="*/ 2104932 w 3119694"/>
              <a:gd name="connsiteY2" fmla="*/ 37775 h 1472146"/>
              <a:gd name="connsiteX3" fmla="*/ 3119694 w 3119694"/>
              <a:gd name="connsiteY3" fmla="*/ 639943 h 1472146"/>
              <a:gd name="connsiteX0" fmla="*/ 8634 w 3119825"/>
              <a:gd name="connsiteY0" fmla="*/ 1307093 h 1538974"/>
              <a:gd name="connsiteX1" fmla="*/ 1569805 w 3119825"/>
              <a:gd name="connsiteY1" fmla="*/ 950253 h 1538974"/>
              <a:gd name="connsiteX2" fmla="*/ 2238878 w 3119825"/>
              <a:gd name="connsiteY2" fmla="*/ 35852 h 1538974"/>
              <a:gd name="connsiteX3" fmla="*/ 3119825 w 3119825"/>
              <a:gd name="connsiteY3" fmla="*/ 704928 h 1538974"/>
              <a:gd name="connsiteX0" fmla="*/ 8634 w 3119825"/>
              <a:gd name="connsiteY0" fmla="*/ 1271241 h 1503122"/>
              <a:gd name="connsiteX1" fmla="*/ 1569805 w 3119825"/>
              <a:gd name="connsiteY1" fmla="*/ 914401 h 1503122"/>
              <a:gd name="connsiteX2" fmla="*/ 2238878 w 3119825"/>
              <a:gd name="connsiteY2" fmla="*/ 0 h 1503122"/>
              <a:gd name="connsiteX3" fmla="*/ 3119825 w 3119825"/>
              <a:gd name="connsiteY3" fmla="*/ 669076 h 1503122"/>
              <a:gd name="connsiteX0" fmla="*/ 8634 w 3119825"/>
              <a:gd name="connsiteY0" fmla="*/ 1271241 h 1503122"/>
              <a:gd name="connsiteX1" fmla="*/ 1569805 w 3119825"/>
              <a:gd name="connsiteY1" fmla="*/ 914401 h 1503122"/>
              <a:gd name="connsiteX2" fmla="*/ 2238878 w 3119825"/>
              <a:gd name="connsiteY2" fmla="*/ 0 h 1503122"/>
              <a:gd name="connsiteX3" fmla="*/ 3119825 w 3119825"/>
              <a:gd name="connsiteY3" fmla="*/ 669076 h 1503122"/>
              <a:gd name="connsiteX0" fmla="*/ 8634 w 3320547"/>
              <a:gd name="connsiteY0" fmla="*/ 1271241 h 1503122"/>
              <a:gd name="connsiteX1" fmla="*/ 1569805 w 3320547"/>
              <a:gd name="connsiteY1" fmla="*/ 914401 h 1503122"/>
              <a:gd name="connsiteX2" fmla="*/ 2238878 w 3320547"/>
              <a:gd name="connsiteY2" fmla="*/ 0 h 1503122"/>
              <a:gd name="connsiteX3" fmla="*/ 3320547 w 3320547"/>
              <a:gd name="connsiteY3" fmla="*/ 669076 h 1503122"/>
              <a:gd name="connsiteX0" fmla="*/ 8522 w 3342738"/>
              <a:gd name="connsiteY0" fmla="*/ 1271241 h 1503122"/>
              <a:gd name="connsiteX1" fmla="*/ 1591996 w 3342738"/>
              <a:gd name="connsiteY1" fmla="*/ 914401 h 1503122"/>
              <a:gd name="connsiteX2" fmla="*/ 2261069 w 3342738"/>
              <a:gd name="connsiteY2" fmla="*/ 0 h 1503122"/>
              <a:gd name="connsiteX3" fmla="*/ 3342738 w 3342738"/>
              <a:gd name="connsiteY3" fmla="*/ 669076 h 1503122"/>
              <a:gd name="connsiteX0" fmla="*/ 0 w 3334216"/>
              <a:gd name="connsiteY0" fmla="*/ 1271241 h 1615183"/>
              <a:gd name="connsiteX1" fmla="*/ 1583474 w 3334216"/>
              <a:gd name="connsiteY1" fmla="*/ 914401 h 1615183"/>
              <a:gd name="connsiteX2" fmla="*/ 2252547 w 3334216"/>
              <a:gd name="connsiteY2" fmla="*/ 0 h 1615183"/>
              <a:gd name="connsiteX3" fmla="*/ 3334216 w 3334216"/>
              <a:gd name="connsiteY3" fmla="*/ 669076 h 1615183"/>
              <a:gd name="connsiteX0" fmla="*/ 0 w 3334216"/>
              <a:gd name="connsiteY0" fmla="*/ 1271241 h 1615183"/>
              <a:gd name="connsiteX1" fmla="*/ 1583474 w 3334216"/>
              <a:gd name="connsiteY1" fmla="*/ 914401 h 1615183"/>
              <a:gd name="connsiteX2" fmla="*/ 2252547 w 3334216"/>
              <a:gd name="connsiteY2" fmla="*/ 0 h 1615183"/>
              <a:gd name="connsiteX3" fmla="*/ 3334216 w 3334216"/>
              <a:gd name="connsiteY3" fmla="*/ 669076 h 1615183"/>
              <a:gd name="connsiteX0" fmla="*/ 0 w 3334216"/>
              <a:gd name="connsiteY0" fmla="*/ 1271241 h 1642891"/>
              <a:gd name="connsiteX1" fmla="*/ 1583474 w 3334216"/>
              <a:gd name="connsiteY1" fmla="*/ 914401 h 1642891"/>
              <a:gd name="connsiteX2" fmla="*/ 2252547 w 3334216"/>
              <a:gd name="connsiteY2" fmla="*/ 0 h 1642891"/>
              <a:gd name="connsiteX3" fmla="*/ 3334216 w 3334216"/>
              <a:gd name="connsiteY3" fmla="*/ 669076 h 1642891"/>
              <a:gd name="connsiteX0" fmla="*/ 0 w 3334216"/>
              <a:gd name="connsiteY0" fmla="*/ 1281423 h 1653073"/>
              <a:gd name="connsiteX1" fmla="*/ 1583474 w 3334216"/>
              <a:gd name="connsiteY1" fmla="*/ 924583 h 1653073"/>
              <a:gd name="connsiteX2" fmla="*/ 2252547 w 3334216"/>
              <a:gd name="connsiteY2" fmla="*/ 10182 h 1653073"/>
              <a:gd name="connsiteX3" fmla="*/ 3334216 w 3334216"/>
              <a:gd name="connsiteY3" fmla="*/ 679258 h 1653073"/>
              <a:gd name="connsiteX0" fmla="*/ 0 w 3334216"/>
              <a:gd name="connsiteY0" fmla="*/ 1281423 h 1653073"/>
              <a:gd name="connsiteX1" fmla="*/ 1583474 w 3334216"/>
              <a:gd name="connsiteY1" fmla="*/ 924583 h 1653073"/>
              <a:gd name="connsiteX2" fmla="*/ 2252547 w 3334216"/>
              <a:gd name="connsiteY2" fmla="*/ 10182 h 1653073"/>
              <a:gd name="connsiteX3" fmla="*/ 3334216 w 3334216"/>
              <a:gd name="connsiteY3" fmla="*/ 679258 h 1653073"/>
              <a:gd name="connsiteX0" fmla="*/ 0 w 3334216"/>
              <a:gd name="connsiteY0" fmla="*/ 958870 h 1293054"/>
              <a:gd name="connsiteX1" fmla="*/ 1583474 w 3334216"/>
              <a:gd name="connsiteY1" fmla="*/ 602030 h 1293054"/>
              <a:gd name="connsiteX2" fmla="*/ 2418801 w 3334216"/>
              <a:gd name="connsiteY2" fmla="*/ 20138 h 1293054"/>
              <a:gd name="connsiteX3" fmla="*/ 3334216 w 3334216"/>
              <a:gd name="connsiteY3" fmla="*/ 356705 h 1293054"/>
              <a:gd name="connsiteX0" fmla="*/ 0 w 3334216"/>
              <a:gd name="connsiteY0" fmla="*/ 958870 h 1307859"/>
              <a:gd name="connsiteX1" fmla="*/ 1583474 w 3334216"/>
              <a:gd name="connsiteY1" fmla="*/ 602030 h 1307859"/>
              <a:gd name="connsiteX2" fmla="*/ 2418801 w 3334216"/>
              <a:gd name="connsiteY2" fmla="*/ 20138 h 1307859"/>
              <a:gd name="connsiteX3" fmla="*/ 3334216 w 3334216"/>
              <a:gd name="connsiteY3" fmla="*/ 356705 h 1307859"/>
              <a:gd name="connsiteX0" fmla="*/ 0 w 3334216"/>
              <a:gd name="connsiteY0" fmla="*/ 958870 h 1314519"/>
              <a:gd name="connsiteX1" fmla="*/ 1583474 w 3334216"/>
              <a:gd name="connsiteY1" fmla="*/ 602030 h 1314519"/>
              <a:gd name="connsiteX2" fmla="*/ 2418801 w 3334216"/>
              <a:gd name="connsiteY2" fmla="*/ 20138 h 1314519"/>
              <a:gd name="connsiteX3" fmla="*/ 3334216 w 3334216"/>
              <a:gd name="connsiteY3" fmla="*/ 356705 h 1314519"/>
              <a:gd name="connsiteX0" fmla="*/ 0 w 3334216"/>
              <a:gd name="connsiteY0" fmla="*/ 958870 h 1319066"/>
              <a:gd name="connsiteX1" fmla="*/ 1583474 w 3334216"/>
              <a:gd name="connsiteY1" fmla="*/ 602030 h 1319066"/>
              <a:gd name="connsiteX2" fmla="*/ 2418801 w 3334216"/>
              <a:gd name="connsiteY2" fmla="*/ 20138 h 1319066"/>
              <a:gd name="connsiteX3" fmla="*/ 3334216 w 3334216"/>
              <a:gd name="connsiteY3" fmla="*/ 356705 h 1319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34216" h="1319066">
                <a:moveTo>
                  <a:pt x="0" y="958870"/>
                </a:moveTo>
                <a:cubicBezTo>
                  <a:pt x="95714" y="1822160"/>
                  <a:pt x="1239715" y="900989"/>
                  <a:pt x="1583474" y="602030"/>
                </a:cubicBezTo>
                <a:cubicBezTo>
                  <a:pt x="1927233" y="303071"/>
                  <a:pt x="1937440" y="126074"/>
                  <a:pt x="2418801" y="20138"/>
                </a:cubicBezTo>
                <a:cubicBezTo>
                  <a:pt x="2911313" y="-74647"/>
                  <a:pt x="3284964" y="186648"/>
                  <a:pt x="3334216" y="356705"/>
                </a:cubicBezTo>
              </a:path>
            </a:pathLst>
          </a:custGeom>
          <a:noFill/>
          <a:ln w="28575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197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70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Chuangye Wang</dc:creator>
  <cp:lastModifiedBy>Chuangye Wang</cp:lastModifiedBy>
  <cp:revision>10</cp:revision>
  <dcterms:created xsi:type="dcterms:W3CDTF">2023-06-15T17:59:40Z</dcterms:created>
  <dcterms:modified xsi:type="dcterms:W3CDTF">2023-07-05T13:43:16Z</dcterms:modified>
</cp:coreProperties>
</file>