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5" r:id="rId2"/>
    <p:sldId id="333" r:id="rId3"/>
    <p:sldId id="33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>
        <p:scale>
          <a:sx n="70" d="100"/>
          <a:sy n="70" d="100"/>
        </p:scale>
        <p:origin x="48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0ADC2-5506-5ACC-BD12-20B9A0204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33405C-F296-AF40-2A2F-2412672B7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BC216-D900-7470-1E78-78D0B5510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5DF7-ECFD-4A94-9147-F3E6D3B8603D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7F1DE-8B9C-5C30-43AA-3364F0CA3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8AA4C-621A-60B8-7811-EB681A508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088-01CB-4CCB-A430-C517AFFB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254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B6A48-DA61-27B6-E0F1-2D168C242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CF05E-D6C4-FC96-31CE-4FBEB8E72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C6A14-7F7A-24EE-2C52-3040FD01F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5DF7-ECFD-4A94-9147-F3E6D3B8603D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FF6D9-4402-7602-2377-C42808FC5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4D946-58E2-9759-22DE-8EC7CF01C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088-01CB-4CCB-A430-C517AFFB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0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F173B-D9E4-7F3F-05E6-186CD16C4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0BC42-D4EA-47DD-C9C2-D1B9B6406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FA46A-B8E0-6C61-6751-2CFD7295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5DF7-ECFD-4A94-9147-F3E6D3B8603D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C1288-EFCD-0D42-197F-4B02F2774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020F1-7FE6-84A9-0DAD-13067253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088-01CB-4CCB-A430-C517AFFB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26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83B35-C898-F60F-4080-152D4117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5EBE8-93B1-A347-BB81-3C4233E334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74E5B6-C40C-D7F4-B363-956AB2004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70454-AAFC-1888-5E89-57E35FDB3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5DF7-ECFD-4A94-9147-F3E6D3B8603D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338DC-74AE-55F2-D4E6-C2CFF1669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F9D7C-239A-53A7-25A1-5E9E4522B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088-01CB-4CCB-A430-C517AFFB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85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8FCA8-58F8-788E-0466-74D52F2D7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F635B-090C-DA19-8B90-5D0F8B56E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F6ED1-AFAB-1FAD-7C7A-CBF037F76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309912-9A71-E207-2E86-E9DD48017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981076-05E2-0D11-C3DF-842A1047D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55F364-FA9B-02F6-271E-6DB40EA6E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5DF7-ECFD-4A94-9147-F3E6D3B8603D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C8378C-5B13-0897-B01E-66B11B69F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D9F27-09C1-62E9-3612-585115A1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088-01CB-4CCB-A430-C517AFFB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30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50F76-3924-97C8-594D-AE886904D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B6F65E-2AFF-3121-159E-0F63A5968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5DF7-ECFD-4A94-9147-F3E6D3B8603D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C6DB2E-0F45-262A-20CF-2C706C32E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18716-F7BF-2A01-EC77-D3433547E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088-01CB-4CCB-A430-C517AFFB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4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474F0D-728C-B398-7948-C2D213A47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5DF7-ECFD-4A94-9147-F3E6D3B8603D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184A6C-19EC-E48B-F3DE-0AD447FDE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3CD6E-2DA5-69CA-828B-AB41E5DD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088-01CB-4CCB-A430-C517AFFB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51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00EC9-BA7C-E042-9A96-F7B5ACAA9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2BD3B-F2DB-B5ED-D814-B8123F84E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22CF8-844C-49A1-FBE2-AC5DB1108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73930-7835-C3CE-8D3F-75F3ACFCB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5DF7-ECFD-4A94-9147-F3E6D3B8603D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FBA7C-4EEB-6AAD-93BE-2E26861F9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EBD21-AD30-61FA-B18E-C87635886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088-01CB-4CCB-A430-C517AFFB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744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3208-CFEA-FEB8-96C5-A77CB4591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088474-D035-9AFB-8BBC-51D57C1F3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82D53-2C5B-5002-4F89-933401950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3B52C-70EC-7542-6D3A-6C3C09F84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5DF7-ECFD-4A94-9147-F3E6D3B8603D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6F7C6-1B33-1668-3883-2BAED9B4C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98B5C-AD5C-B412-5C68-F06BE3A18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088-01CB-4CCB-A430-C517AFFB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29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8F51C-2B6C-86E9-848A-AF7F8101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B61CF0-7CC4-EA10-6133-3EA24E62E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5ECB5-537A-3EAE-EC0E-B2C6A25B2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5DF7-ECFD-4A94-9147-F3E6D3B8603D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407BD-CC79-8BB5-911C-15A326DA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9B207-E960-0950-B8BC-894BA2278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088-01CB-4CCB-A430-C517AFFB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57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6F3819-B68E-00EC-4051-0C0EB8FB9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C9A06B-88AD-476F-C715-39360F81E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AA2AF-330A-ED2F-E6EE-1D9A91F3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5DF7-ECFD-4A94-9147-F3E6D3B8603D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E063D-20F9-DCC7-0871-921C8FB3E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A04DA-D532-15A9-6FBA-E810F496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088-01CB-4CCB-A430-C517AFFB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594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582F64-DDD0-CC04-09F5-E66BA3045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E060E-EB5E-A6A8-19C2-4D29552C6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DB2F9-B4B6-4812-569E-FE2411E92B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C5DF7-ECFD-4A94-9147-F3E6D3B8603D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9EDB5-B008-A202-8A7D-165A97FB9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8B70B-98E9-6A94-DCFE-6582B6D3E8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78088-01CB-4CCB-A430-C517AFFB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75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14A3C1-07CC-7901-3663-83497516398F}"/>
              </a:ext>
            </a:extLst>
          </p:cNvPr>
          <p:cNvSpPr txBox="1"/>
          <p:nvPr/>
        </p:nvSpPr>
        <p:spPr>
          <a:xfrm>
            <a:off x="238462" y="203002"/>
            <a:ext cx="724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35CE4-AC69-0F87-559C-40B41FB59E1E}"/>
              </a:ext>
            </a:extLst>
          </p:cNvPr>
          <p:cNvSpPr txBox="1"/>
          <p:nvPr/>
        </p:nvSpPr>
        <p:spPr>
          <a:xfrm>
            <a:off x="238462" y="591713"/>
            <a:ext cx="21902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/>
              <a:t>name: string</a:t>
            </a:r>
          </a:p>
          <a:p>
            <a:pPr marL="285750" indent="-285750">
              <a:buFontTx/>
              <a:buChar char="-"/>
            </a:pPr>
            <a:r>
              <a:rPr lang="en-US" altLang="zh-CN" sz="1600" dirty="0" err="1"/>
              <a:t>employee_id</a:t>
            </a:r>
            <a:r>
              <a:rPr lang="en-US" sz="1600" dirty="0"/>
              <a:t>: int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title: string</a:t>
            </a:r>
          </a:p>
          <a:p>
            <a:pPr marL="285750" indent="-285750">
              <a:buFontTx/>
              <a:buChar char="-"/>
            </a:pPr>
            <a:r>
              <a:rPr lang="en-US" sz="1600" dirty="0" err="1"/>
              <a:t>handling_level</a:t>
            </a:r>
            <a:r>
              <a:rPr lang="en-US" sz="1600" dirty="0"/>
              <a:t>: int</a:t>
            </a:r>
          </a:p>
          <a:p>
            <a:pPr marL="285750" indent="-285750">
              <a:buFontTx/>
              <a:buChar char="-"/>
            </a:pPr>
            <a:r>
              <a:rPr lang="en-US" sz="1600" dirty="0" err="1"/>
              <a:t>free_status</a:t>
            </a:r>
            <a:r>
              <a:rPr lang="en-US" sz="1600" dirty="0"/>
              <a:t>: </a:t>
            </a:r>
            <a:r>
              <a:rPr lang="en-US" sz="1600" dirty="0" err="1"/>
              <a:t>boolean</a:t>
            </a: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call: Call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51B3CF7-4A04-6C99-66AD-CF4F7995E337}"/>
              </a:ext>
            </a:extLst>
          </p:cNvPr>
          <p:cNvGrpSpPr/>
          <p:nvPr/>
        </p:nvGrpSpPr>
        <p:grpSpPr>
          <a:xfrm>
            <a:off x="114675" y="203002"/>
            <a:ext cx="3008226" cy="2966993"/>
            <a:chOff x="483164" y="953629"/>
            <a:chExt cx="3008226" cy="296699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5FF2032-1E08-AD73-81FD-74BCF82FAD7D}"/>
                </a:ext>
              </a:extLst>
            </p:cNvPr>
            <p:cNvSpPr/>
            <p:nvPr/>
          </p:nvSpPr>
          <p:spPr>
            <a:xfrm>
              <a:off x="483166" y="953629"/>
              <a:ext cx="3008224" cy="29669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58B748BD-1246-BA82-00DB-1EAF11CE58F9}"/>
                </a:ext>
              </a:extLst>
            </p:cNvPr>
            <p:cNvCxnSpPr>
              <a:cxnSpLocks/>
            </p:cNvCxnSpPr>
            <p:nvPr/>
          </p:nvCxnSpPr>
          <p:spPr>
            <a:xfrm>
              <a:off x="483165" y="1292183"/>
              <a:ext cx="30082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CB1B1B2-8F10-4CDF-B9DB-C6C5197FAAA9}"/>
                </a:ext>
              </a:extLst>
            </p:cNvPr>
            <p:cNvCxnSpPr>
              <a:cxnSpLocks/>
            </p:cNvCxnSpPr>
            <p:nvPr/>
          </p:nvCxnSpPr>
          <p:spPr>
            <a:xfrm>
              <a:off x="483164" y="2965718"/>
              <a:ext cx="30082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69EDC64-E759-43B0-C324-A1659C0660DA}"/>
              </a:ext>
            </a:extLst>
          </p:cNvPr>
          <p:cNvSpPr txBox="1"/>
          <p:nvPr/>
        </p:nvSpPr>
        <p:spPr>
          <a:xfrm>
            <a:off x="208472" y="2247404"/>
            <a:ext cx="23917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    </a:t>
            </a:r>
            <a:r>
              <a:rPr lang="en-US" sz="1600" dirty="0" err="1"/>
              <a:t>check_types</a:t>
            </a:r>
            <a:r>
              <a:rPr lang="en-US" sz="1600" dirty="0"/>
              <a:t>(): None</a:t>
            </a:r>
          </a:p>
          <a:p>
            <a:r>
              <a:rPr lang="en-US" sz="1600" dirty="0"/>
              <a:t>+    </a:t>
            </a:r>
            <a:r>
              <a:rPr lang="en-US" sz="1600" dirty="0" err="1"/>
              <a:t>process_call</a:t>
            </a:r>
            <a:r>
              <a:rPr lang="en-US" sz="1600" dirty="0"/>
              <a:t>(): </a:t>
            </a:r>
            <a:r>
              <a:rPr lang="en-US" sz="1600" dirty="0" err="1"/>
              <a:t>boolean</a:t>
            </a:r>
            <a:endParaRPr lang="en-US" sz="1600" dirty="0"/>
          </a:p>
          <a:p>
            <a:r>
              <a:rPr lang="en-US" sz="1600" dirty="0"/>
              <a:t>+    </a:t>
            </a:r>
            <a:r>
              <a:rPr lang="en-US" sz="1600" dirty="0" err="1"/>
              <a:t>finish_call</a:t>
            </a:r>
            <a:r>
              <a:rPr lang="en-US" sz="1600" dirty="0"/>
              <a:t>(): None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B3D25A-5F20-3F6C-FA56-837200EAB5A7}"/>
              </a:ext>
            </a:extLst>
          </p:cNvPr>
          <p:cNvSpPr txBox="1"/>
          <p:nvPr/>
        </p:nvSpPr>
        <p:spPr>
          <a:xfrm>
            <a:off x="4060691" y="953629"/>
            <a:ext cx="1763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EndMemberModel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EF4A9-E5F4-7B19-78E1-8168CC1B1E77}"/>
              </a:ext>
            </a:extLst>
          </p:cNvPr>
          <p:cNvSpPr txBox="1"/>
          <p:nvPr/>
        </p:nvSpPr>
        <p:spPr>
          <a:xfrm>
            <a:off x="4060691" y="1342340"/>
            <a:ext cx="171482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 err="1"/>
              <a:t>diffusion_coef</a:t>
            </a:r>
            <a:r>
              <a:rPr lang="en-US" sz="1600" dirty="0"/>
              <a:t>:</a:t>
            </a:r>
          </a:p>
          <a:p>
            <a:pPr marL="285750" indent="-285750">
              <a:buFontTx/>
              <a:buChar char="-"/>
            </a:pPr>
            <a:r>
              <a:rPr lang="en-US" sz="1600" dirty="0" err="1"/>
              <a:t>temp_celsius</a:t>
            </a:r>
            <a:r>
              <a:rPr lang="en-US" sz="1600" dirty="0"/>
              <a:t>:</a:t>
            </a:r>
          </a:p>
          <a:p>
            <a:pPr marL="285750" indent="-285750">
              <a:buFontTx/>
              <a:buChar char="-"/>
            </a:pPr>
            <a:r>
              <a:rPr lang="en-US" sz="1600" dirty="0" err="1"/>
              <a:t>pre_factor</a:t>
            </a:r>
            <a:r>
              <a:rPr lang="en-US" sz="1600" dirty="0"/>
              <a:t>:</a:t>
            </a:r>
          </a:p>
          <a:p>
            <a:pPr marL="285750" indent="-285750">
              <a:buFontTx/>
              <a:buChar char="-"/>
            </a:pPr>
            <a:r>
              <a:rPr lang="en-US" sz="1600" dirty="0" err="1"/>
              <a:t>activ_energy</a:t>
            </a:r>
            <a:r>
              <a:rPr lang="en-US" sz="1600" dirty="0"/>
              <a:t>: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76E0186-1077-C04C-EEB1-4DBAC14A3373}"/>
              </a:ext>
            </a:extLst>
          </p:cNvPr>
          <p:cNvGrpSpPr/>
          <p:nvPr/>
        </p:nvGrpSpPr>
        <p:grpSpPr>
          <a:xfrm>
            <a:off x="3936904" y="953629"/>
            <a:ext cx="3008226" cy="2966993"/>
            <a:chOff x="483164" y="953629"/>
            <a:chExt cx="3008226" cy="296699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F8DE215-F5A0-1013-B641-6BF90706F58D}"/>
                </a:ext>
              </a:extLst>
            </p:cNvPr>
            <p:cNvSpPr/>
            <p:nvPr/>
          </p:nvSpPr>
          <p:spPr>
            <a:xfrm>
              <a:off x="483166" y="953629"/>
              <a:ext cx="3008224" cy="29669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26A0296-5346-CEF1-A823-9F4980D18384}"/>
                </a:ext>
              </a:extLst>
            </p:cNvPr>
            <p:cNvCxnSpPr>
              <a:cxnSpLocks/>
            </p:cNvCxnSpPr>
            <p:nvPr/>
          </p:nvCxnSpPr>
          <p:spPr>
            <a:xfrm>
              <a:off x="483165" y="1292183"/>
              <a:ext cx="30082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5ECCF40-6BF8-5B9C-A0D7-37F922A2C6D6}"/>
                </a:ext>
              </a:extLst>
            </p:cNvPr>
            <p:cNvCxnSpPr>
              <a:cxnSpLocks/>
            </p:cNvCxnSpPr>
            <p:nvPr/>
          </p:nvCxnSpPr>
          <p:spPr>
            <a:xfrm>
              <a:off x="483164" y="2965718"/>
              <a:ext cx="30082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821D6DE-89C9-5A61-A80D-F084A333F227}"/>
              </a:ext>
            </a:extLst>
          </p:cNvPr>
          <p:cNvSpPr txBox="1"/>
          <p:nvPr/>
        </p:nvSpPr>
        <p:spPr>
          <a:xfrm>
            <a:off x="4030701" y="2998031"/>
            <a:ext cx="19820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    </a:t>
            </a:r>
            <a:r>
              <a:rPr lang="en-US" sz="1600" dirty="0" err="1"/>
              <a:t>load_data</a:t>
            </a:r>
            <a:r>
              <a:rPr lang="en-US" sz="1600" dirty="0"/>
              <a:t>(): None</a:t>
            </a:r>
          </a:p>
          <a:p>
            <a:r>
              <a:rPr lang="en-US" sz="1600" dirty="0"/>
              <a:t>+    fitting(): </a:t>
            </a:r>
            <a:r>
              <a:rPr lang="en-US" sz="1600" dirty="0" err="1"/>
              <a:t>boolean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32212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41029E-9780-17D8-7598-F0AA016B254A}"/>
              </a:ext>
            </a:extLst>
          </p:cNvPr>
          <p:cNvSpPr/>
          <p:nvPr/>
        </p:nvSpPr>
        <p:spPr>
          <a:xfrm>
            <a:off x="2897579" y="1567543"/>
            <a:ext cx="4334494" cy="2125683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100000">
                <a:srgbClr val="FFC0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165D1C7-DF47-A808-90DA-463A291EED6C}"/>
              </a:ext>
            </a:extLst>
          </p:cNvPr>
          <p:cNvSpPr/>
          <p:nvPr/>
        </p:nvSpPr>
        <p:spPr>
          <a:xfrm>
            <a:off x="3147935" y="1573965"/>
            <a:ext cx="3897442" cy="2098623"/>
          </a:xfrm>
          <a:custGeom>
            <a:avLst/>
            <a:gdLst>
              <a:gd name="connsiteX0" fmla="*/ 0 w 4736891"/>
              <a:gd name="connsiteY0" fmla="*/ 2119265 h 2149408"/>
              <a:gd name="connsiteX1" fmla="*/ 1798819 w 4736891"/>
              <a:gd name="connsiteY1" fmla="*/ 1909403 h 2149408"/>
              <a:gd name="connsiteX2" fmla="*/ 2713219 w 4736891"/>
              <a:gd name="connsiteY2" fmla="*/ 350426 h 2149408"/>
              <a:gd name="connsiteX3" fmla="*/ 4152275 w 4736891"/>
              <a:gd name="connsiteY3" fmla="*/ 35632 h 2149408"/>
              <a:gd name="connsiteX4" fmla="*/ 4736891 w 4736891"/>
              <a:gd name="connsiteY4" fmla="*/ 20642 h 2149408"/>
              <a:gd name="connsiteX0" fmla="*/ 0 w 4152275"/>
              <a:gd name="connsiteY0" fmla="*/ 2083633 h 2113776"/>
              <a:gd name="connsiteX1" fmla="*/ 1798819 w 4152275"/>
              <a:gd name="connsiteY1" fmla="*/ 1873771 h 2113776"/>
              <a:gd name="connsiteX2" fmla="*/ 2713219 w 4152275"/>
              <a:gd name="connsiteY2" fmla="*/ 314794 h 2113776"/>
              <a:gd name="connsiteX3" fmla="*/ 4152275 w 4152275"/>
              <a:gd name="connsiteY3" fmla="*/ 0 h 2113776"/>
              <a:gd name="connsiteX0" fmla="*/ 0 w 3807501"/>
              <a:gd name="connsiteY0" fmla="*/ 2113613 h 2137209"/>
              <a:gd name="connsiteX1" fmla="*/ 1454045 w 3807501"/>
              <a:gd name="connsiteY1" fmla="*/ 1873771 h 2137209"/>
              <a:gd name="connsiteX2" fmla="*/ 2368445 w 3807501"/>
              <a:gd name="connsiteY2" fmla="*/ 314794 h 2137209"/>
              <a:gd name="connsiteX3" fmla="*/ 3807501 w 3807501"/>
              <a:gd name="connsiteY3" fmla="*/ 0 h 2137209"/>
              <a:gd name="connsiteX0" fmla="*/ 0 w 3807501"/>
              <a:gd name="connsiteY0" fmla="*/ 2113613 h 2123986"/>
              <a:gd name="connsiteX1" fmla="*/ 1454045 w 3807501"/>
              <a:gd name="connsiteY1" fmla="*/ 1873771 h 2123986"/>
              <a:gd name="connsiteX2" fmla="*/ 2368445 w 3807501"/>
              <a:gd name="connsiteY2" fmla="*/ 314794 h 2123986"/>
              <a:gd name="connsiteX3" fmla="*/ 3807501 w 3807501"/>
              <a:gd name="connsiteY3" fmla="*/ 0 h 2123986"/>
              <a:gd name="connsiteX0" fmla="*/ 0 w 3807501"/>
              <a:gd name="connsiteY0" fmla="*/ 2113613 h 2115983"/>
              <a:gd name="connsiteX1" fmla="*/ 1558976 w 3807501"/>
              <a:gd name="connsiteY1" fmla="*/ 1798820 h 2115983"/>
              <a:gd name="connsiteX2" fmla="*/ 2368445 w 3807501"/>
              <a:gd name="connsiteY2" fmla="*/ 314794 h 2115983"/>
              <a:gd name="connsiteX3" fmla="*/ 3807501 w 3807501"/>
              <a:gd name="connsiteY3" fmla="*/ 0 h 2115983"/>
              <a:gd name="connsiteX0" fmla="*/ 0 w 3807501"/>
              <a:gd name="connsiteY0" fmla="*/ 2113613 h 2115983"/>
              <a:gd name="connsiteX1" fmla="*/ 1558976 w 3807501"/>
              <a:gd name="connsiteY1" fmla="*/ 1798820 h 2115983"/>
              <a:gd name="connsiteX2" fmla="*/ 2308484 w 3807501"/>
              <a:gd name="connsiteY2" fmla="*/ 314794 h 2115983"/>
              <a:gd name="connsiteX3" fmla="*/ 3807501 w 3807501"/>
              <a:gd name="connsiteY3" fmla="*/ 0 h 2115983"/>
              <a:gd name="connsiteX0" fmla="*/ 0 w 3807501"/>
              <a:gd name="connsiteY0" fmla="*/ 2113613 h 2115983"/>
              <a:gd name="connsiteX1" fmla="*/ 1558976 w 3807501"/>
              <a:gd name="connsiteY1" fmla="*/ 1798820 h 2115983"/>
              <a:gd name="connsiteX2" fmla="*/ 2308484 w 3807501"/>
              <a:gd name="connsiteY2" fmla="*/ 314794 h 2115983"/>
              <a:gd name="connsiteX3" fmla="*/ 3807501 w 3807501"/>
              <a:gd name="connsiteY3" fmla="*/ 0 h 2115983"/>
              <a:gd name="connsiteX0" fmla="*/ 0 w 3897442"/>
              <a:gd name="connsiteY0" fmla="*/ 2098623 h 2101554"/>
              <a:gd name="connsiteX1" fmla="*/ 1648917 w 3897442"/>
              <a:gd name="connsiteY1" fmla="*/ 1798820 h 2101554"/>
              <a:gd name="connsiteX2" fmla="*/ 2398425 w 3897442"/>
              <a:gd name="connsiteY2" fmla="*/ 314794 h 2101554"/>
              <a:gd name="connsiteX3" fmla="*/ 3897442 w 3897442"/>
              <a:gd name="connsiteY3" fmla="*/ 0 h 2101554"/>
              <a:gd name="connsiteX0" fmla="*/ 0 w 3897442"/>
              <a:gd name="connsiteY0" fmla="*/ 2098623 h 2098623"/>
              <a:gd name="connsiteX1" fmla="*/ 1648917 w 3897442"/>
              <a:gd name="connsiteY1" fmla="*/ 1798820 h 2098623"/>
              <a:gd name="connsiteX2" fmla="*/ 2398425 w 3897442"/>
              <a:gd name="connsiteY2" fmla="*/ 314794 h 2098623"/>
              <a:gd name="connsiteX3" fmla="*/ 3897442 w 3897442"/>
              <a:gd name="connsiteY3" fmla="*/ 0 h 2098623"/>
              <a:gd name="connsiteX0" fmla="*/ 0 w 3897442"/>
              <a:gd name="connsiteY0" fmla="*/ 2113613 h 2113613"/>
              <a:gd name="connsiteX1" fmla="*/ 1648917 w 3897442"/>
              <a:gd name="connsiteY1" fmla="*/ 1813810 h 2113613"/>
              <a:gd name="connsiteX2" fmla="*/ 2398425 w 3897442"/>
              <a:gd name="connsiteY2" fmla="*/ 329784 h 2113613"/>
              <a:gd name="connsiteX3" fmla="*/ 3897442 w 3897442"/>
              <a:gd name="connsiteY3" fmla="*/ 0 h 2113613"/>
              <a:gd name="connsiteX0" fmla="*/ 0 w 3897442"/>
              <a:gd name="connsiteY0" fmla="*/ 2098623 h 2098623"/>
              <a:gd name="connsiteX1" fmla="*/ 1648917 w 3897442"/>
              <a:gd name="connsiteY1" fmla="*/ 1813810 h 2098623"/>
              <a:gd name="connsiteX2" fmla="*/ 2398425 w 3897442"/>
              <a:gd name="connsiteY2" fmla="*/ 329784 h 2098623"/>
              <a:gd name="connsiteX3" fmla="*/ 3897442 w 3897442"/>
              <a:gd name="connsiteY3" fmla="*/ 0 h 2098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7442" h="2098623">
                <a:moveTo>
                  <a:pt x="0" y="2098623"/>
                </a:moveTo>
                <a:cubicBezTo>
                  <a:pt x="538397" y="2081135"/>
                  <a:pt x="1249180" y="2108617"/>
                  <a:pt x="1648917" y="1813810"/>
                </a:cubicBezTo>
                <a:cubicBezTo>
                  <a:pt x="2048655" y="1519004"/>
                  <a:pt x="2023671" y="632086"/>
                  <a:pt x="2398425" y="329784"/>
                </a:cubicBezTo>
                <a:cubicBezTo>
                  <a:pt x="2773179" y="27482"/>
                  <a:pt x="3530182" y="9994"/>
                  <a:pt x="3897442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29600A4-53E4-3EAE-8707-AFC88807AC60}"/>
              </a:ext>
            </a:extLst>
          </p:cNvPr>
          <p:cNvSpPr/>
          <p:nvPr/>
        </p:nvSpPr>
        <p:spPr>
          <a:xfrm flipH="1">
            <a:off x="3207894" y="1589934"/>
            <a:ext cx="3822492" cy="2083632"/>
          </a:xfrm>
          <a:custGeom>
            <a:avLst/>
            <a:gdLst>
              <a:gd name="connsiteX0" fmla="*/ 0 w 4736891"/>
              <a:gd name="connsiteY0" fmla="*/ 2119265 h 2149408"/>
              <a:gd name="connsiteX1" fmla="*/ 1798819 w 4736891"/>
              <a:gd name="connsiteY1" fmla="*/ 1909403 h 2149408"/>
              <a:gd name="connsiteX2" fmla="*/ 2713219 w 4736891"/>
              <a:gd name="connsiteY2" fmla="*/ 350426 h 2149408"/>
              <a:gd name="connsiteX3" fmla="*/ 4152275 w 4736891"/>
              <a:gd name="connsiteY3" fmla="*/ 35632 h 2149408"/>
              <a:gd name="connsiteX4" fmla="*/ 4736891 w 4736891"/>
              <a:gd name="connsiteY4" fmla="*/ 20642 h 2149408"/>
              <a:gd name="connsiteX0" fmla="*/ 0 w 4152275"/>
              <a:gd name="connsiteY0" fmla="*/ 2083633 h 2113776"/>
              <a:gd name="connsiteX1" fmla="*/ 1798819 w 4152275"/>
              <a:gd name="connsiteY1" fmla="*/ 1873771 h 2113776"/>
              <a:gd name="connsiteX2" fmla="*/ 2713219 w 4152275"/>
              <a:gd name="connsiteY2" fmla="*/ 314794 h 2113776"/>
              <a:gd name="connsiteX3" fmla="*/ 4152275 w 4152275"/>
              <a:gd name="connsiteY3" fmla="*/ 0 h 2113776"/>
              <a:gd name="connsiteX0" fmla="*/ 0 w 3807501"/>
              <a:gd name="connsiteY0" fmla="*/ 2113613 h 2137209"/>
              <a:gd name="connsiteX1" fmla="*/ 1454045 w 3807501"/>
              <a:gd name="connsiteY1" fmla="*/ 1873771 h 2137209"/>
              <a:gd name="connsiteX2" fmla="*/ 2368445 w 3807501"/>
              <a:gd name="connsiteY2" fmla="*/ 314794 h 2137209"/>
              <a:gd name="connsiteX3" fmla="*/ 3807501 w 3807501"/>
              <a:gd name="connsiteY3" fmla="*/ 0 h 2137209"/>
              <a:gd name="connsiteX0" fmla="*/ 0 w 3807501"/>
              <a:gd name="connsiteY0" fmla="*/ 2113613 h 2123986"/>
              <a:gd name="connsiteX1" fmla="*/ 1454045 w 3807501"/>
              <a:gd name="connsiteY1" fmla="*/ 1873771 h 2123986"/>
              <a:gd name="connsiteX2" fmla="*/ 2368445 w 3807501"/>
              <a:gd name="connsiteY2" fmla="*/ 314794 h 2123986"/>
              <a:gd name="connsiteX3" fmla="*/ 3807501 w 3807501"/>
              <a:gd name="connsiteY3" fmla="*/ 0 h 2123986"/>
              <a:gd name="connsiteX0" fmla="*/ 0 w 3807501"/>
              <a:gd name="connsiteY0" fmla="*/ 2113613 h 2115983"/>
              <a:gd name="connsiteX1" fmla="*/ 1558976 w 3807501"/>
              <a:gd name="connsiteY1" fmla="*/ 1798820 h 2115983"/>
              <a:gd name="connsiteX2" fmla="*/ 2368445 w 3807501"/>
              <a:gd name="connsiteY2" fmla="*/ 314794 h 2115983"/>
              <a:gd name="connsiteX3" fmla="*/ 3807501 w 3807501"/>
              <a:gd name="connsiteY3" fmla="*/ 0 h 2115983"/>
              <a:gd name="connsiteX0" fmla="*/ 0 w 3807501"/>
              <a:gd name="connsiteY0" fmla="*/ 2113613 h 2115983"/>
              <a:gd name="connsiteX1" fmla="*/ 1558976 w 3807501"/>
              <a:gd name="connsiteY1" fmla="*/ 1798820 h 2115983"/>
              <a:gd name="connsiteX2" fmla="*/ 2308484 w 3807501"/>
              <a:gd name="connsiteY2" fmla="*/ 314794 h 2115983"/>
              <a:gd name="connsiteX3" fmla="*/ 3807501 w 3807501"/>
              <a:gd name="connsiteY3" fmla="*/ 0 h 2115983"/>
              <a:gd name="connsiteX0" fmla="*/ 0 w 3807501"/>
              <a:gd name="connsiteY0" fmla="*/ 2113613 h 2115983"/>
              <a:gd name="connsiteX1" fmla="*/ 1558976 w 3807501"/>
              <a:gd name="connsiteY1" fmla="*/ 1798820 h 2115983"/>
              <a:gd name="connsiteX2" fmla="*/ 2308484 w 3807501"/>
              <a:gd name="connsiteY2" fmla="*/ 314794 h 2115983"/>
              <a:gd name="connsiteX3" fmla="*/ 3807501 w 3807501"/>
              <a:gd name="connsiteY3" fmla="*/ 0 h 2115983"/>
              <a:gd name="connsiteX0" fmla="*/ 0 w 3897442"/>
              <a:gd name="connsiteY0" fmla="*/ 2098623 h 2101554"/>
              <a:gd name="connsiteX1" fmla="*/ 1648917 w 3897442"/>
              <a:gd name="connsiteY1" fmla="*/ 1798820 h 2101554"/>
              <a:gd name="connsiteX2" fmla="*/ 2398425 w 3897442"/>
              <a:gd name="connsiteY2" fmla="*/ 314794 h 2101554"/>
              <a:gd name="connsiteX3" fmla="*/ 3897442 w 3897442"/>
              <a:gd name="connsiteY3" fmla="*/ 0 h 2101554"/>
              <a:gd name="connsiteX0" fmla="*/ 0 w 3897442"/>
              <a:gd name="connsiteY0" fmla="*/ 2098623 h 2098623"/>
              <a:gd name="connsiteX1" fmla="*/ 1648917 w 3897442"/>
              <a:gd name="connsiteY1" fmla="*/ 1798820 h 2098623"/>
              <a:gd name="connsiteX2" fmla="*/ 2398425 w 3897442"/>
              <a:gd name="connsiteY2" fmla="*/ 314794 h 2098623"/>
              <a:gd name="connsiteX3" fmla="*/ 3897442 w 3897442"/>
              <a:gd name="connsiteY3" fmla="*/ 0 h 2098623"/>
              <a:gd name="connsiteX0" fmla="*/ 0 w 3897442"/>
              <a:gd name="connsiteY0" fmla="*/ 2113613 h 2113613"/>
              <a:gd name="connsiteX1" fmla="*/ 1648917 w 3897442"/>
              <a:gd name="connsiteY1" fmla="*/ 1813810 h 2113613"/>
              <a:gd name="connsiteX2" fmla="*/ 2398425 w 3897442"/>
              <a:gd name="connsiteY2" fmla="*/ 329784 h 2113613"/>
              <a:gd name="connsiteX3" fmla="*/ 3897442 w 3897442"/>
              <a:gd name="connsiteY3" fmla="*/ 0 h 2113613"/>
              <a:gd name="connsiteX0" fmla="*/ 0 w 3897442"/>
              <a:gd name="connsiteY0" fmla="*/ 2098623 h 2098623"/>
              <a:gd name="connsiteX1" fmla="*/ 1648917 w 3897442"/>
              <a:gd name="connsiteY1" fmla="*/ 1813810 h 2098623"/>
              <a:gd name="connsiteX2" fmla="*/ 2398425 w 3897442"/>
              <a:gd name="connsiteY2" fmla="*/ 329784 h 2098623"/>
              <a:gd name="connsiteX3" fmla="*/ 3897442 w 3897442"/>
              <a:gd name="connsiteY3" fmla="*/ 0 h 2098623"/>
              <a:gd name="connsiteX0" fmla="*/ 0 w 3897442"/>
              <a:gd name="connsiteY0" fmla="*/ 2098623 h 2098623"/>
              <a:gd name="connsiteX1" fmla="*/ 1573966 w 3897442"/>
              <a:gd name="connsiteY1" fmla="*/ 1813810 h 2098623"/>
              <a:gd name="connsiteX2" fmla="*/ 2398425 w 3897442"/>
              <a:gd name="connsiteY2" fmla="*/ 329784 h 2098623"/>
              <a:gd name="connsiteX3" fmla="*/ 3897442 w 3897442"/>
              <a:gd name="connsiteY3" fmla="*/ 0 h 2098623"/>
              <a:gd name="connsiteX0" fmla="*/ 0 w 3897442"/>
              <a:gd name="connsiteY0" fmla="*/ 2098623 h 2098623"/>
              <a:gd name="connsiteX1" fmla="*/ 1573966 w 3897442"/>
              <a:gd name="connsiteY1" fmla="*/ 1813810 h 2098623"/>
              <a:gd name="connsiteX2" fmla="*/ 2263514 w 3897442"/>
              <a:gd name="connsiteY2" fmla="*/ 269823 h 2098623"/>
              <a:gd name="connsiteX3" fmla="*/ 3897442 w 3897442"/>
              <a:gd name="connsiteY3" fmla="*/ 0 h 2098623"/>
              <a:gd name="connsiteX0" fmla="*/ 0 w 3897442"/>
              <a:gd name="connsiteY0" fmla="*/ 2098623 h 2098623"/>
              <a:gd name="connsiteX1" fmla="*/ 1364104 w 3897442"/>
              <a:gd name="connsiteY1" fmla="*/ 1828800 h 2098623"/>
              <a:gd name="connsiteX2" fmla="*/ 2263514 w 3897442"/>
              <a:gd name="connsiteY2" fmla="*/ 269823 h 2098623"/>
              <a:gd name="connsiteX3" fmla="*/ 3897442 w 3897442"/>
              <a:gd name="connsiteY3" fmla="*/ 0 h 2098623"/>
              <a:gd name="connsiteX0" fmla="*/ 0 w 3897442"/>
              <a:gd name="connsiteY0" fmla="*/ 2098623 h 2098623"/>
              <a:gd name="connsiteX1" fmla="*/ 1364104 w 3897442"/>
              <a:gd name="connsiteY1" fmla="*/ 1828800 h 2098623"/>
              <a:gd name="connsiteX2" fmla="*/ 2263514 w 3897442"/>
              <a:gd name="connsiteY2" fmla="*/ 269823 h 2098623"/>
              <a:gd name="connsiteX3" fmla="*/ 3897442 w 3897442"/>
              <a:gd name="connsiteY3" fmla="*/ 0 h 2098623"/>
              <a:gd name="connsiteX0" fmla="*/ 0 w 3897442"/>
              <a:gd name="connsiteY0" fmla="*/ 2098623 h 2098623"/>
              <a:gd name="connsiteX1" fmla="*/ 1364104 w 3897442"/>
              <a:gd name="connsiteY1" fmla="*/ 1828800 h 2098623"/>
              <a:gd name="connsiteX2" fmla="*/ 2263514 w 3897442"/>
              <a:gd name="connsiteY2" fmla="*/ 269823 h 2098623"/>
              <a:gd name="connsiteX3" fmla="*/ 3897442 w 3897442"/>
              <a:gd name="connsiteY3" fmla="*/ 0 h 2098623"/>
              <a:gd name="connsiteX0" fmla="*/ 0 w 3897442"/>
              <a:gd name="connsiteY0" fmla="*/ 2068642 h 2068642"/>
              <a:gd name="connsiteX1" fmla="*/ 1364104 w 3897442"/>
              <a:gd name="connsiteY1" fmla="*/ 1798819 h 2068642"/>
              <a:gd name="connsiteX2" fmla="*/ 2263514 w 3897442"/>
              <a:gd name="connsiteY2" fmla="*/ 239842 h 2068642"/>
              <a:gd name="connsiteX3" fmla="*/ 3897442 w 3897442"/>
              <a:gd name="connsiteY3" fmla="*/ 0 h 2068642"/>
              <a:gd name="connsiteX0" fmla="*/ 0 w 3867462"/>
              <a:gd name="connsiteY0" fmla="*/ 2068642 h 2068642"/>
              <a:gd name="connsiteX1" fmla="*/ 1364104 w 3867462"/>
              <a:gd name="connsiteY1" fmla="*/ 1798819 h 2068642"/>
              <a:gd name="connsiteX2" fmla="*/ 2263514 w 3867462"/>
              <a:gd name="connsiteY2" fmla="*/ 239842 h 2068642"/>
              <a:gd name="connsiteX3" fmla="*/ 3867462 w 3867462"/>
              <a:gd name="connsiteY3" fmla="*/ 0 h 2068642"/>
              <a:gd name="connsiteX0" fmla="*/ 0 w 3822492"/>
              <a:gd name="connsiteY0" fmla="*/ 2083632 h 2083632"/>
              <a:gd name="connsiteX1" fmla="*/ 1364104 w 3822492"/>
              <a:gd name="connsiteY1" fmla="*/ 1813809 h 2083632"/>
              <a:gd name="connsiteX2" fmla="*/ 2263514 w 3822492"/>
              <a:gd name="connsiteY2" fmla="*/ 254832 h 2083632"/>
              <a:gd name="connsiteX3" fmla="*/ 3822492 w 3822492"/>
              <a:gd name="connsiteY3" fmla="*/ 0 h 2083632"/>
              <a:gd name="connsiteX0" fmla="*/ 0 w 3822492"/>
              <a:gd name="connsiteY0" fmla="*/ 2083632 h 2083632"/>
              <a:gd name="connsiteX1" fmla="*/ 1364104 w 3822492"/>
              <a:gd name="connsiteY1" fmla="*/ 1813809 h 2083632"/>
              <a:gd name="connsiteX2" fmla="*/ 2263514 w 3822492"/>
              <a:gd name="connsiteY2" fmla="*/ 254832 h 2083632"/>
              <a:gd name="connsiteX3" fmla="*/ 3822492 w 3822492"/>
              <a:gd name="connsiteY3" fmla="*/ 0 h 2083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2492" h="2083632">
                <a:moveTo>
                  <a:pt x="0" y="2083632"/>
                </a:moveTo>
                <a:cubicBezTo>
                  <a:pt x="538397" y="2066144"/>
                  <a:pt x="986852" y="2118609"/>
                  <a:pt x="1364104" y="1813809"/>
                </a:cubicBezTo>
                <a:cubicBezTo>
                  <a:pt x="1741356" y="1509009"/>
                  <a:pt x="1853783" y="557133"/>
                  <a:pt x="2263514" y="254832"/>
                </a:cubicBezTo>
                <a:cubicBezTo>
                  <a:pt x="2673245" y="-47469"/>
                  <a:pt x="3125449" y="39975"/>
                  <a:pt x="3822492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19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6C8416E7-2918-6FAE-4F83-F1170949DCF2}"/>
              </a:ext>
            </a:extLst>
          </p:cNvPr>
          <p:cNvSpPr/>
          <p:nvPr/>
        </p:nvSpPr>
        <p:spPr>
          <a:xfrm>
            <a:off x="3810000" y="1449324"/>
            <a:ext cx="4572000" cy="3959352"/>
          </a:xfrm>
          <a:prstGeom prst="triangle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3942EBA-FC43-5559-0D24-BD8E95D0F5E2}"/>
              </a:ext>
            </a:extLst>
          </p:cNvPr>
          <p:cNvSpPr/>
          <p:nvPr/>
        </p:nvSpPr>
        <p:spPr>
          <a:xfrm>
            <a:off x="5491353" y="1471961"/>
            <a:ext cx="1768092" cy="3947532"/>
          </a:xfrm>
          <a:custGeom>
            <a:avLst/>
            <a:gdLst>
              <a:gd name="connsiteX0" fmla="*/ 153899 w 1871187"/>
              <a:gd name="connsiteY0" fmla="*/ 0 h 2988527"/>
              <a:gd name="connsiteX1" fmla="*/ 120445 w 1871187"/>
              <a:gd name="connsiteY1" fmla="*/ 1616927 h 2988527"/>
              <a:gd name="connsiteX2" fmla="*/ 1480894 w 1871187"/>
              <a:gd name="connsiteY2" fmla="*/ 2419814 h 2988527"/>
              <a:gd name="connsiteX3" fmla="*/ 1871187 w 1871187"/>
              <a:gd name="connsiteY3" fmla="*/ 2988527 h 2988527"/>
              <a:gd name="connsiteX0" fmla="*/ 619516 w 1768092"/>
              <a:gd name="connsiteY0" fmla="*/ 0 h 3947532"/>
              <a:gd name="connsiteX1" fmla="*/ 17350 w 1768092"/>
              <a:gd name="connsiteY1" fmla="*/ 2575932 h 3947532"/>
              <a:gd name="connsiteX2" fmla="*/ 1377799 w 1768092"/>
              <a:gd name="connsiteY2" fmla="*/ 3378819 h 3947532"/>
              <a:gd name="connsiteX3" fmla="*/ 1768092 w 1768092"/>
              <a:gd name="connsiteY3" fmla="*/ 3947532 h 3947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8092" h="3947532">
                <a:moveTo>
                  <a:pt x="619516" y="0"/>
                </a:moveTo>
                <a:cubicBezTo>
                  <a:pt x="492206" y="606812"/>
                  <a:pt x="-109031" y="2012795"/>
                  <a:pt x="17350" y="2575932"/>
                </a:cubicBezTo>
                <a:cubicBezTo>
                  <a:pt x="143731" y="3139069"/>
                  <a:pt x="1086009" y="3150219"/>
                  <a:pt x="1377799" y="3378819"/>
                </a:cubicBezTo>
                <a:cubicBezTo>
                  <a:pt x="1669589" y="3607419"/>
                  <a:pt x="1718840" y="3777475"/>
                  <a:pt x="1768092" y="3947532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D3CF9A0-7281-77F6-2FD1-102F8618E1B6}"/>
              </a:ext>
            </a:extLst>
          </p:cNvPr>
          <p:cNvSpPr/>
          <p:nvPr/>
        </p:nvSpPr>
        <p:spPr>
          <a:xfrm>
            <a:off x="4268697" y="3712082"/>
            <a:ext cx="3334216" cy="1319066"/>
          </a:xfrm>
          <a:custGeom>
            <a:avLst/>
            <a:gdLst>
              <a:gd name="connsiteX0" fmla="*/ 153899 w 1871187"/>
              <a:gd name="connsiteY0" fmla="*/ 0 h 2988527"/>
              <a:gd name="connsiteX1" fmla="*/ 120445 w 1871187"/>
              <a:gd name="connsiteY1" fmla="*/ 1616927 h 2988527"/>
              <a:gd name="connsiteX2" fmla="*/ 1480894 w 1871187"/>
              <a:gd name="connsiteY2" fmla="*/ 2419814 h 2988527"/>
              <a:gd name="connsiteX3" fmla="*/ 1871187 w 1871187"/>
              <a:gd name="connsiteY3" fmla="*/ 2988527 h 2988527"/>
              <a:gd name="connsiteX0" fmla="*/ 16303 w 1733591"/>
              <a:gd name="connsiteY0" fmla="*/ 0 h 2988527"/>
              <a:gd name="connsiteX1" fmla="*/ 763434 w 1733591"/>
              <a:gd name="connsiteY1" fmla="*/ 836341 h 2988527"/>
              <a:gd name="connsiteX2" fmla="*/ 1343298 w 1733591"/>
              <a:gd name="connsiteY2" fmla="*/ 2419814 h 2988527"/>
              <a:gd name="connsiteX3" fmla="*/ 1733591 w 1733591"/>
              <a:gd name="connsiteY3" fmla="*/ 2988527 h 2988527"/>
              <a:gd name="connsiteX0" fmla="*/ 7973 w 2661964"/>
              <a:gd name="connsiteY0" fmla="*/ 778098 h 2160849"/>
              <a:gd name="connsiteX1" fmla="*/ 1691807 w 2661964"/>
              <a:gd name="connsiteY1" fmla="*/ 8663 h 2160849"/>
              <a:gd name="connsiteX2" fmla="*/ 2271671 w 2661964"/>
              <a:gd name="connsiteY2" fmla="*/ 1592136 h 2160849"/>
              <a:gd name="connsiteX3" fmla="*/ 2661964 w 2661964"/>
              <a:gd name="connsiteY3" fmla="*/ 2160849 h 2160849"/>
              <a:gd name="connsiteX0" fmla="*/ 7973 w 3397944"/>
              <a:gd name="connsiteY0" fmla="*/ 1635425 h 2462564"/>
              <a:gd name="connsiteX1" fmla="*/ 1691807 w 3397944"/>
              <a:gd name="connsiteY1" fmla="*/ 865990 h 2462564"/>
              <a:gd name="connsiteX2" fmla="*/ 2271671 w 3397944"/>
              <a:gd name="connsiteY2" fmla="*/ 2449463 h 2462564"/>
              <a:gd name="connsiteX3" fmla="*/ 3397944 w 3397944"/>
              <a:gd name="connsiteY3" fmla="*/ 7347 h 2462564"/>
              <a:gd name="connsiteX0" fmla="*/ 7955 w 3397926"/>
              <a:gd name="connsiteY0" fmla="*/ 1670652 h 1849861"/>
              <a:gd name="connsiteX1" fmla="*/ 1691789 w 3397926"/>
              <a:gd name="connsiteY1" fmla="*/ 901217 h 1849861"/>
              <a:gd name="connsiteX2" fmla="*/ 2249350 w 3397926"/>
              <a:gd name="connsiteY2" fmla="*/ 53724 h 1849861"/>
              <a:gd name="connsiteX3" fmla="*/ 3397926 w 3397926"/>
              <a:gd name="connsiteY3" fmla="*/ 42574 h 1849861"/>
              <a:gd name="connsiteX0" fmla="*/ 8645 w 3398616"/>
              <a:gd name="connsiteY0" fmla="*/ 1670652 h 1912435"/>
              <a:gd name="connsiteX1" fmla="*/ 1569816 w 3398616"/>
              <a:gd name="connsiteY1" fmla="*/ 1313812 h 1912435"/>
              <a:gd name="connsiteX2" fmla="*/ 2250040 w 3398616"/>
              <a:gd name="connsiteY2" fmla="*/ 53724 h 1912435"/>
              <a:gd name="connsiteX3" fmla="*/ 3398616 w 3398616"/>
              <a:gd name="connsiteY3" fmla="*/ 42574 h 1912435"/>
              <a:gd name="connsiteX0" fmla="*/ 8503 w 3398474"/>
              <a:gd name="connsiteY0" fmla="*/ 1651426 h 1881464"/>
              <a:gd name="connsiteX1" fmla="*/ 1569674 w 3398474"/>
              <a:gd name="connsiteY1" fmla="*/ 1294586 h 1881464"/>
              <a:gd name="connsiteX2" fmla="*/ 2104932 w 3398474"/>
              <a:gd name="connsiteY2" fmla="*/ 447093 h 1881464"/>
              <a:gd name="connsiteX3" fmla="*/ 3398474 w 3398474"/>
              <a:gd name="connsiteY3" fmla="*/ 23348 h 1881464"/>
              <a:gd name="connsiteX0" fmla="*/ 8503 w 3119694"/>
              <a:gd name="connsiteY0" fmla="*/ 1242108 h 1472146"/>
              <a:gd name="connsiteX1" fmla="*/ 1569674 w 3119694"/>
              <a:gd name="connsiteY1" fmla="*/ 885268 h 1472146"/>
              <a:gd name="connsiteX2" fmla="*/ 2104932 w 3119694"/>
              <a:gd name="connsiteY2" fmla="*/ 37775 h 1472146"/>
              <a:gd name="connsiteX3" fmla="*/ 3119694 w 3119694"/>
              <a:gd name="connsiteY3" fmla="*/ 639943 h 1472146"/>
              <a:gd name="connsiteX0" fmla="*/ 8634 w 3119825"/>
              <a:gd name="connsiteY0" fmla="*/ 1307093 h 1538974"/>
              <a:gd name="connsiteX1" fmla="*/ 1569805 w 3119825"/>
              <a:gd name="connsiteY1" fmla="*/ 950253 h 1538974"/>
              <a:gd name="connsiteX2" fmla="*/ 2238878 w 3119825"/>
              <a:gd name="connsiteY2" fmla="*/ 35852 h 1538974"/>
              <a:gd name="connsiteX3" fmla="*/ 3119825 w 3119825"/>
              <a:gd name="connsiteY3" fmla="*/ 704928 h 1538974"/>
              <a:gd name="connsiteX0" fmla="*/ 8634 w 3119825"/>
              <a:gd name="connsiteY0" fmla="*/ 1271241 h 1503122"/>
              <a:gd name="connsiteX1" fmla="*/ 1569805 w 3119825"/>
              <a:gd name="connsiteY1" fmla="*/ 914401 h 1503122"/>
              <a:gd name="connsiteX2" fmla="*/ 2238878 w 3119825"/>
              <a:gd name="connsiteY2" fmla="*/ 0 h 1503122"/>
              <a:gd name="connsiteX3" fmla="*/ 3119825 w 3119825"/>
              <a:gd name="connsiteY3" fmla="*/ 669076 h 1503122"/>
              <a:gd name="connsiteX0" fmla="*/ 8634 w 3119825"/>
              <a:gd name="connsiteY0" fmla="*/ 1271241 h 1503122"/>
              <a:gd name="connsiteX1" fmla="*/ 1569805 w 3119825"/>
              <a:gd name="connsiteY1" fmla="*/ 914401 h 1503122"/>
              <a:gd name="connsiteX2" fmla="*/ 2238878 w 3119825"/>
              <a:gd name="connsiteY2" fmla="*/ 0 h 1503122"/>
              <a:gd name="connsiteX3" fmla="*/ 3119825 w 3119825"/>
              <a:gd name="connsiteY3" fmla="*/ 669076 h 1503122"/>
              <a:gd name="connsiteX0" fmla="*/ 8634 w 3320547"/>
              <a:gd name="connsiteY0" fmla="*/ 1271241 h 1503122"/>
              <a:gd name="connsiteX1" fmla="*/ 1569805 w 3320547"/>
              <a:gd name="connsiteY1" fmla="*/ 914401 h 1503122"/>
              <a:gd name="connsiteX2" fmla="*/ 2238878 w 3320547"/>
              <a:gd name="connsiteY2" fmla="*/ 0 h 1503122"/>
              <a:gd name="connsiteX3" fmla="*/ 3320547 w 3320547"/>
              <a:gd name="connsiteY3" fmla="*/ 669076 h 1503122"/>
              <a:gd name="connsiteX0" fmla="*/ 8522 w 3342738"/>
              <a:gd name="connsiteY0" fmla="*/ 1271241 h 1503122"/>
              <a:gd name="connsiteX1" fmla="*/ 1591996 w 3342738"/>
              <a:gd name="connsiteY1" fmla="*/ 914401 h 1503122"/>
              <a:gd name="connsiteX2" fmla="*/ 2261069 w 3342738"/>
              <a:gd name="connsiteY2" fmla="*/ 0 h 1503122"/>
              <a:gd name="connsiteX3" fmla="*/ 3342738 w 3342738"/>
              <a:gd name="connsiteY3" fmla="*/ 669076 h 1503122"/>
              <a:gd name="connsiteX0" fmla="*/ 0 w 3334216"/>
              <a:gd name="connsiteY0" fmla="*/ 1271241 h 1615183"/>
              <a:gd name="connsiteX1" fmla="*/ 1583474 w 3334216"/>
              <a:gd name="connsiteY1" fmla="*/ 914401 h 1615183"/>
              <a:gd name="connsiteX2" fmla="*/ 2252547 w 3334216"/>
              <a:gd name="connsiteY2" fmla="*/ 0 h 1615183"/>
              <a:gd name="connsiteX3" fmla="*/ 3334216 w 3334216"/>
              <a:gd name="connsiteY3" fmla="*/ 669076 h 1615183"/>
              <a:gd name="connsiteX0" fmla="*/ 0 w 3334216"/>
              <a:gd name="connsiteY0" fmla="*/ 1271241 h 1615183"/>
              <a:gd name="connsiteX1" fmla="*/ 1583474 w 3334216"/>
              <a:gd name="connsiteY1" fmla="*/ 914401 h 1615183"/>
              <a:gd name="connsiteX2" fmla="*/ 2252547 w 3334216"/>
              <a:gd name="connsiteY2" fmla="*/ 0 h 1615183"/>
              <a:gd name="connsiteX3" fmla="*/ 3334216 w 3334216"/>
              <a:gd name="connsiteY3" fmla="*/ 669076 h 1615183"/>
              <a:gd name="connsiteX0" fmla="*/ 0 w 3334216"/>
              <a:gd name="connsiteY0" fmla="*/ 1271241 h 1642891"/>
              <a:gd name="connsiteX1" fmla="*/ 1583474 w 3334216"/>
              <a:gd name="connsiteY1" fmla="*/ 914401 h 1642891"/>
              <a:gd name="connsiteX2" fmla="*/ 2252547 w 3334216"/>
              <a:gd name="connsiteY2" fmla="*/ 0 h 1642891"/>
              <a:gd name="connsiteX3" fmla="*/ 3334216 w 3334216"/>
              <a:gd name="connsiteY3" fmla="*/ 669076 h 1642891"/>
              <a:gd name="connsiteX0" fmla="*/ 0 w 3334216"/>
              <a:gd name="connsiteY0" fmla="*/ 1281423 h 1653073"/>
              <a:gd name="connsiteX1" fmla="*/ 1583474 w 3334216"/>
              <a:gd name="connsiteY1" fmla="*/ 924583 h 1653073"/>
              <a:gd name="connsiteX2" fmla="*/ 2252547 w 3334216"/>
              <a:gd name="connsiteY2" fmla="*/ 10182 h 1653073"/>
              <a:gd name="connsiteX3" fmla="*/ 3334216 w 3334216"/>
              <a:gd name="connsiteY3" fmla="*/ 679258 h 1653073"/>
              <a:gd name="connsiteX0" fmla="*/ 0 w 3334216"/>
              <a:gd name="connsiteY0" fmla="*/ 1281423 h 1653073"/>
              <a:gd name="connsiteX1" fmla="*/ 1583474 w 3334216"/>
              <a:gd name="connsiteY1" fmla="*/ 924583 h 1653073"/>
              <a:gd name="connsiteX2" fmla="*/ 2252547 w 3334216"/>
              <a:gd name="connsiteY2" fmla="*/ 10182 h 1653073"/>
              <a:gd name="connsiteX3" fmla="*/ 3334216 w 3334216"/>
              <a:gd name="connsiteY3" fmla="*/ 679258 h 1653073"/>
              <a:gd name="connsiteX0" fmla="*/ 0 w 3334216"/>
              <a:gd name="connsiteY0" fmla="*/ 958870 h 1293054"/>
              <a:gd name="connsiteX1" fmla="*/ 1583474 w 3334216"/>
              <a:gd name="connsiteY1" fmla="*/ 602030 h 1293054"/>
              <a:gd name="connsiteX2" fmla="*/ 2418801 w 3334216"/>
              <a:gd name="connsiteY2" fmla="*/ 20138 h 1293054"/>
              <a:gd name="connsiteX3" fmla="*/ 3334216 w 3334216"/>
              <a:gd name="connsiteY3" fmla="*/ 356705 h 1293054"/>
              <a:gd name="connsiteX0" fmla="*/ 0 w 3334216"/>
              <a:gd name="connsiteY0" fmla="*/ 958870 h 1307859"/>
              <a:gd name="connsiteX1" fmla="*/ 1583474 w 3334216"/>
              <a:gd name="connsiteY1" fmla="*/ 602030 h 1307859"/>
              <a:gd name="connsiteX2" fmla="*/ 2418801 w 3334216"/>
              <a:gd name="connsiteY2" fmla="*/ 20138 h 1307859"/>
              <a:gd name="connsiteX3" fmla="*/ 3334216 w 3334216"/>
              <a:gd name="connsiteY3" fmla="*/ 356705 h 1307859"/>
              <a:gd name="connsiteX0" fmla="*/ 0 w 3334216"/>
              <a:gd name="connsiteY0" fmla="*/ 958870 h 1314519"/>
              <a:gd name="connsiteX1" fmla="*/ 1583474 w 3334216"/>
              <a:gd name="connsiteY1" fmla="*/ 602030 h 1314519"/>
              <a:gd name="connsiteX2" fmla="*/ 2418801 w 3334216"/>
              <a:gd name="connsiteY2" fmla="*/ 20138 h 1314519"/>
              <a:gd name="connsiteX3" fmla="*/ 3334216 w 3334216"/>
              <a:gd name="connsiteY3" fmla="*/ 356705 h 1314519"/>
              <a:gd name="connsiteX0" fmla="*/ 0 w 3334216"/>
              <a:gd name="connsiteY0" fmla="*/ 958870 h 1319066"/>
              <a:gd name="connsiteX1" fmla="*/ 1583474 w 3334216"/>
              <a:gd name="connsiteY1" fmla="*/ 602030 h 1319066"/>
              <a:gd name="connsiteX2" fmla="*/ 2418801 w 3334216"/>
              <a:gd name="connsiteY2" fmla="*/ 20138 h 1319066"/>
              <a:gd name="connsiteX3" fmla="*/ 3334216 w 3334216"/>
              <a:gd name="connsiteY3" fmla="*/ 356705 h 1319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4216" h="1319066">
                <a:moveTo>
                  <a:pt x="0" y="958870"/>
                </a:moveTo>
                <a:cubicBezTo>
                  <a:pt x="95714" y="1822160"/>
                  <a:pt x="1239715" y="900989"/>
                  <a:pt x="1583474" y="602030"/>
                </a:cubicBezTo>
                <a:cubicBezTo>
                  <a:pt x="1927233" y="303071"/>
                  <a:pt x="1937440" y="126074"/>
                  <a:pt x="2418801" y="20138"/>
                </a:cubicBezTo>
                <a:cubicBezTo>
                  <a:pt x="2911313" y="-74647"/>
                  <a:pt x="3284964" y="186648"/>
                  <a:pt x="3334216" y="356705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97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70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Chuangye Wang</dc:creator>
  <cp:lastModifiedBy>Chuangye Wang</cp:lastModifiedBy>
  <cp:revision>8</cp:revision>
  <dcterms:created xsi:type="dcterms:W3CDTF">2023-06-15T17:59:40Z</dcterms:created>
  <dcterms:modified xsi:type="dcterms:W3CDTF">2023-06-16T02:50:28Z</dcterms:modified>
</cp:coreProperties>
</file>